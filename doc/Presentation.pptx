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_rels/theme4.xml.rels" ContentType="application/vnd.openxmlformats-package.relationships+xml"/>
  <Override PartName="/ppt/theme/_rels/theme13.xml.rels" ContentType="application/vnd.openxmlformats-package.relationships+xml"/>
  <Override PartName="/ppt/theme/_rels/theme3.xml.rels" ContentType="application/vnd.openxmlformats-package.relationships+xml"/>
  <Override PartName="/ppt/theme/_rels/theme12.xml.rels" ContentType="application/vnd.openxmlformats-package.relationships+xml"/>
  <Override PartName="/ppt/theme/_rels/theme10.xml.rels" ContentType="application/vnd.openxmlformats-package.relationships+xml"/>
  <Override PartName="/ppt/theme/_rels/theme1.xml.rels" ContentType="application/vnd.openxmlformats-package.relationships+xml"/>
  <Override PartName="/ppt/theme/_rels/theme9.xml.rels" ContentType="application/vnd.openxmlformats-package.relationships+xml"/>
  <Override PartName="/ppt/theme/_rels/theme8.xml.rels" ContentType="application/vnd.openxmlformats-package.relationships+xml"/>
  <Override PartName="/ppt/theme/_rels/theme17.xml.rels" ContentType="application/vnd.openxmlformats-package.relationships+xml"/>
  <Override PartName="/ppt/theme/_rels/theme7.xml.rels" ContentType="application/vnd.openxmlformats-package.relationships+xml"/>
  <Override PartName="/ppt/theme/_rels/theme16.xml.rels" ContentType="application/vnd.openxmlformats-package.relationships+xml"/>
  <Override PartName="/ppt/theme/_rels/theme15.xml.rels" ContentType="application/vnd.openxmlformats-package.relationships+xml"/>
  <Override PartName="/ppt/theme/_rels/theme6.xml.rels" ContentType="application/vnd.openxmlformats-package.relationships+xml"/>
  <Override PartName="/ppt/theme/_rels/theme14.xml.rels" ContentType="application/vnd.openxmlformats-package.relationships+xml"/>
  <Override PartName="/ppt/theme/_rels/theme5.xml.rels" ContentType="application/vnd.openxmlformats-package.relationships+xml"/>
  <Override PartName="/ppt/theme/_rels/theme11.xml.rels" ContentType="application/vnd.openxmlformats-package.relationships+xml"/>
  <Override PartName="/ppt/theme/_rels/theme2.xml.rels" ContentType="application/vnd.openxmlformats-package.relationships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5.png" ContentType="image/png"/>
  <Override PartName="/ppt/media/image13.jpeg" ContentType="image/jpeg"/>
  <Override PartName="/ppt/media/image7.png" ContentType="image/png"/>
  <Override PartName="/ppt/media/image11.png" ContentType="image/png"/>
  <Override PartName="/ppt/media/image2.png" ContentType="image/png"/>
  <Override PartName="/ppt/media/image12.jpeg" ContentType="image/jpeg"/>
  <Override PartName="/ppt/media/image4.jpeg" ContentType="image/jpeg"/>
  <Override PartName="/ppt/media/image25.png" ContentType="image/png"/>
  <Override PartName="/ppt/media/image17.png" ContentType="image/png"/>
  <Override PartName="/ppt/media/image20.png" ContentType="image/png"/>
  <Override PartName="/ppt/media/image18.png" ContentType="image/png"/>
  <Override PartName="/ppt/media/image9.png" ContentType="image/png"/>
  <Override PartName="/ppt/media/image30.png" ContentType="image/png"/>
  <Override PartName="/ppt/media/image28.png" ContentType="image/png"/>
  <Override PartName="/ppt/media/image3.png" ContentType="image/png"/>
  <Override PartName="/ppt/media/image6.png" ContentType="image/png"/>
  <Override PartName="/ppt/media/image8.png" ContentType="image/png"/>
  <Override PartName="/ppt/media/image14.jpeg" ContentType="image/jpeg"/>
  <Override PartName="/ppt/media/image15.jpeg" ContentType="image/jpeg"/>
  <Override PartName="/ppt/media/image16.jpeg" ContentType="image/jpeg"/>
  <Override PartName="/ppt/media/image19.png" ContentType="image/png"/>
  <Override PartName="/ppt/media/image21.png" ContentType="image/png"/>
  <Override PartName="/ppt/media/image23.jpeg" ContentType="image/jpeg"/>
  <Override PartName="/ppt/media/image10.png" ContentType="image/png"/>
  <Override PartName="/ppt/media/image1.jpeg" ContentType="image/jpeg"/>
  <Override PartName="/ppt/media/image22.png" ContentType="image/png"/>
  <Override PartName="/ppt/media/image24.png" ContentType="image/png"/>
  <Override PartName="/ppt/media/image26.png" ContentType="image/png"/>
  <Override PartName="/ppt/media/image27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72" r:id="rId12"/>
    <p:sldMasterId id="2147483674" r:id="rId13"/>
    <p:sldMasterId id="2147483676" r:id="rId14"/>
    <p:sldMasterId id="2147483678" r:id="rId15"/>
    <p:sldMasterId id="2147483680" r:id="rId16"/>
    <p:sldMasterId id="2147483682" r:id="rId17"/>
    <p:sldMasterId id="2147483684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Relationship Id="rId45" Type="http://schemas.openxmlformats.org/officeDocument/2006/relationships/slide" Target="slides/slide27.xml"/><Relationship Id="rId46" Type="http://schemas.openxmlformats.org/officeDocument/2006/relationships/slide" Target="slides/slide28.xml"/><Relationship Id="rId47" Type="http://schemas.openxmlformats.org/officeDocument/2006/relationships/slide" Target="slides/slide29.xml"/><Relationship Id="rId48" Type="http://schemas.openxmlformats.org/officeDocument/2006/relationships/slide" Target="slides/slide30.xml"/><Relationship Id="rId49" Type="http://schemas.openxmlformats.org/officeDocument/2006/relationships/slide" Target="slides/slide31.xml"/><Relationship Id="rId5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B3D259-31EE-442B-99DA-8EFBA739ED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DEC071-3BA4-4D28-947C-4BD5938BC8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0CF475F-4BB8-4341-AC29-204E78F947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FDA860F-4E76-4076-A2BD-5C67126005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09435EF-E3E1-47E5-850F-5E5D606BA3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3C4F3DE-A322-4EBF-86FC-0C05535A57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C5EF71D-1D01-4278-8479-E33882552B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99415E2-196F-4DCE-93CC-FE9AE25478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30F3105-1451-490A-9093-6E2AA39A2F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EC4EEE4-81EA-4D49-AFFC-1CBD182243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A3FAF23-5C9A-4ADE-8D57-110E1552C6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DE9A337-02FC-4233-842C-3833F6A50E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49C9562-1C58-4DE5-9EB0-C965AC2B37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57D1ED4-0C53-4F76-A308-9EDECC95BE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DEEC085-7204-4886-B07D-E38D205775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33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2673A248-C9DA-49F7-9BD7-284E13056C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E62DE016-D28F-41E2-916E-7ACED0ABF6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C12AAF6A-2EC9-41D5-BB49-7331A4D081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75E7BB1E-23BF-4FCA-9AF2-5CC7C4D0B2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4BC87BB3-DD63-4E73-88A6-AB121E4E34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BAE5BA6C-FF0B-4D1E-A133-336DA6450A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5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6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7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9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0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3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0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9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4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9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0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1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3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4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8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9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pic>
        <p:nvPicPr>
          <p:cNvPr id="41" name="Picture 2" descr="\\DROBO-FS\QuickDrops\JB\PPTX NG\Droplets\LightingOverlay.png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" name="Group 10"/>
          <p:cNvGrpSpPr/>
          <p:nvPr/>
        </p:nvGrpSpPr>
        <p:grpSpPr>
          <a:xfrm>
            <a:off x="0" y="0"/>
            <a:ext cx="2304720" cy="6857640"/>
            <a:chOff x="0" y="0"/>
            <a:chExt cx="2304720" cy="6857640"/>
          </a:xfrm>
        </p:grpSpPr>
        <p:sp>
          <p:nvSpPr>
            <p:cNvPr id="43" name="Rectangle 5"/>
            <p:cNvSpPr/>
            <p:nvPr/>
          </p:nvSpPr>
          <p:spPr>
            <a:xfrm>
              <a:off x="1209600" y="468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4" name="Freeform 6"/>
            <p:cNvSpPr/>
            <p:nvPr/>
          </p:nvSpPr>
          <p:spPr>
            <a:xfrm>
              <a:off x="112860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5" name="Freeform 7"/>
            <p:cNvSpPr/>
            <p:nvPr/>
          </p:nvSpPr>
          <p:spPr>
            <a:xfrm>
              <a:off x="112392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6" name="Rectangle 8"/>
            <p:cNvSpPr/>
            <p:nvPr/>
          </p:nvSpPr>
          <p:spPr>
            <a:xfrm>
              <a:off x="414360" y="9360"/>
              <a:ext cx="28080" cy="4481280"/>
            </a:xfrm>
            <a:prstGeom prst="rect">
              <a:avLst/>
            </a:pr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7" name="Freeform 9"/>
            <p:cNvSpPr/>
            <p:nvPr/>
          </p:nvSpPr>
          <p:spPr>
            <a:xfrm>
              <a:off x="33336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8" name="Freeform 10"/>
            <p:cNvSpPr/>
            <p:nvPr/>
          </p:nvSpPr>
          <p:spPr>
            <a:xfrm>
              <a:off x="190440" y="936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9" name="Freeform 11"/>
            <p:cNvSpPr/>
            <p:nvPr/>
          </p:nvSpPr>
          <p:spPr>
            <a:xfrm>
              <a:off x="1290600" y="14400"/>
              <a:ext cx="375840" cy="180144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0" name="Freeform 12"/>
            <p:cNvSpPr/>
            <p:nvPr/>
          </p:nvSpPr>
          <p:spPr>
            <a:xfrm>
              <a:off x="160020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1" name="Freeform 13"/>
            <p:cNvSpPr/>
            <p:nvPr/>
          </p:nvSpPr>
          <p:spPr>
            <a:xfrm>
              <a:off x="1380960" y="936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2" name="Freeform 14"/>
            <p:cNvSpPr/>
            <p:nvPr/>
          </p:nvSpPr>
          <p:spPr>
            <a:xfrm>
              <a:off x="164304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3" name="Freeform 15"/>
            <p:cNvSpPr/>
            <p:nvPr/>
          </p:nvSpPr>
          <p:spPr>
            <a:xfrm>
              <a:off x="168588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4" name="Freeform 16"/>
            <p:cNvSpPr/>
            <p:nvPr/>
          </p:nvSpPr>
          <p:spPr>
            <a:xfrm>
              <a:off x="1685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5" name="Freeform 17"/>
            <p:cNvSpPr/>
            <p:nvPr/>
          </p:nvSpPr>
          <p:spPr>
            <a:xfrm>
              <a:off x="1743120" y="4680"/>
              <a:ext cx="418680" cy="52200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2000"/>
                <a:gd name="textAreaBottom" fmla="*/ 522360 h 522000"/>
              </a:gdLst>
              <a:ah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6" name="Freeform 18"/>
            <p:cNvSpPr/>
            <p:nvPr/>
          </p:nvSpPr>
          <p:spPr>
            <a:xfrm>
              <a:off x="211932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7" name="Freeform 19"/>
            <p:cNvSpPr/>
            <p:nvPr/>
          </p:nvSpPr>
          <p:spPr>
            <a:xfrm>
              <a:off x="952560" y="468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8" name="Freeform 20"/>
            <p:cNvSpPr/>
            <p:nvPr/>
          </p:nvSpPr>
          <p:spPr>
            <a:xfrm>
              <a:off x="866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9" name="Freeform 21"/>
            <p:cNvSpPr/>
            <p:nvPr/>
          </p:nvSpPr>
          <p:spPr>
            <a:xfrm>
              <a:off x="890640" y="15541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0" name="Freeform 22"/>
            <p:cNvSpPr/>
            <p:nvPr/>
          </p:nvSpPr>
          <p:spPr>
            <a:xfrm>
              <a:off x="738360" y="5622840"/>
              <a:ext cx="337680" cy="121572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1" name="Freeform 23"/>
            <p:cNvSpPr/>
            <p:nvPr/>
          </p:nvSpPr>
          <p:spPr>
            <a:xfrm>
              <a:off x="647640" y="5479920"/>
              <a:ext cx="156960" cy="1569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6960"/>
                <a:gd name="textAreaBottom" fmla="*/ 157320 h 1569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2" name="Freeform 24"/>
            <p:cNvSpPr/>
            <p:nvPr/>
          </p:nvSpPr>
          <p:spPr>
            <a:xfrm>
              <a:off x="6660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3" name="Freeform 25"/>
            <p:cNvSpPr/>
            <p:nvPr/>
          </p:nvSpPr>
          <p:spPr>
            <a:xfrm>
              <a:off x="0" y="3897360"/>
              <a:ext cx="132840" cy="26640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6400"/>
                <a:gd name="textAreaBottom" fmla="*/ 266760 h 266400"/>
              </a:gdLst>
              <a:ah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4" name="Freeform 26"/>
            <p:cNvSpPr/>
            <p:nvPr/>
          </p:nvSpPr>
          <p:spPr>
            <a:xfrm>
              <a:off x="66600" y="414972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5" name="Freeform 27"/>
            <p:cNvSpPr/>
            <p:nvPr/>
          </p:nvSpPr>
          <p:spPr>
            <a:xfrm>
              <a:off x="0" y="1644480"/>
              <a:ext cx="132840" cy="2696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9640"/>
                <a:gd name="textAreaBottom" fmla="*/ 270000 h 269640"/>
              </a:gdLst>
              <a:ah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6" name="Freeform 28"/>
            <p:cNvSpPr/>
            <p:nvPr/>
          </p:nvSpPr>
          <p:spPr>
            <a:xfrm>
              <a:off x="66600" y="14684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7" name="Freeform 29"/>
            <p:cNvSpPr/>
            <p:nvPr/>
          </p:nvSpPr>
          <p:spPr>
            <a:xfrm>
              <a:off x="695160" y="4680"/>
              <a:ext cx="309240" cy="155844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1558440"/>
                <a:gd name="textAreaBottom" fmla="*/ 1558800 h 1558440"/>
              </a:gdLst>
              <a:ah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8" name="Freeform 30"/>
            <p:cNvSpPr/>
            <p:nvPr/>
          </p:nvSpPr>
          <p:spPr>
            <a:xfrm>
              <a:off x="57240" y="48816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9" name="Freeform 31"/>
            <p:cNvSpPr/>
            <p:nvPr/>
          </p:nvSpPr>
          <p:spPr>
            <a:xfrm>
              <a:off x="138240" y="5060880"/>
              <a:ext cx="304560" cy="17776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777680"/>
                <a:gd name="textAreaBottom" fmla="*/ 1778040 h 1777680"/>
              </a:gdLst>
              <a:ah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0" name="Freeform 32"/>
            <p:cNvSpPr/>
            <p:nvPr/>
          </p:nvSpPr>
          <p:spPr>
            <a:xfrm>
              <a:off x="56196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1" name="Rectangle 33"/>
            <p:cNvSpPr/>
            <p:nvPr/>
          </p:nvSpPr>
          <p:spPr>
            <a:xfrm>
              <a:off x="642960" y="6610320"/>
              <a:ext cx="23400" cy="242640"/>
            </a:xfrm>
            <a:prstGeom prst="rect">
              <a:avLst/>
            </a:pr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2" name="Freeform 34"/>
            <p:cNvSpPr/>
            <p:nvPr/>
          </p:nvSpPr>
          <p:spPr>
            <a:xfrm>
              <a:off x="7632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3" name="Freeform 35"/>
            <p:cNvSpPr/>
            <p:nvPr/>
          </p:nvSpPr>
          <p:spPr>
            <a:xfrm>
              <a:off x="0" y="5978520"/>
              <a:ext cx="190080" cy="46152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461520"/>
                <a:gd name="textAreaBottom" fmla="*/ 461880 h 461520"/>
              </a:gdLst>
              <a:ah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4" name="Freeform 36"/>
            <p:cNvSpPr/>
            <p:nvPr/>
          </p:nvSpPr>
          <p:spPr>
            <a:xfrm>
              <a:off x="1014480" y="1801800"/>
              <a:ext cx="213840" cy="75528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755280"/>
                <a:gd name="textAreaBottom" fmla="*/ 755640 h 755280"/>
              </a:gdLst>
              <a:ah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5" name="Freeform 37"/>
            <p:cNvSpPr/>
            <p:nvPr/>
          </p:nvSpPr>
          <p:spPr>
            <a:xfrm>
              <a:off x="938160" y="2548080"/>
              <a:ext cx="166320" cy="15984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59840"/>
                <a:gd name="textAreaBottom" fmla="*/ 160200 h 159840"/>
              </a:gdLst>
              <a:ah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6" name="Freeform 38"/>
            <p:cNvSpPr/>
            <p:nvPr/>
          </p:nvSpPr>
          <p:spPr>
            <a:xfrm>
              <a:off x="595440" y="4680"/>
              <a:ext cx="637920" cy="40255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4025520"/>
                <a:gd name="textAreaBottom" fmla="*/ 4025880 h 4025520"/>
              </a:gdLst>
              <a:ah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7" name="Freeform 39"/>
            <p:cNvSpPr/>
            <p:nvPr/>
          </p:nvSpPr>
          <p:spPr>
            <a:xfrm>
              <a:off x="122400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8" name="Freeform 40"/>
            <p:cNvSpPr/>
            <p:nvPr/>
          </p:nvSpPr>
          <p:spPr>
            <a:xfrm>
              <a:off x="1300320" y="1849320"/>
              <a:ext cx="109080" cy="1076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9" name="Freeform 41"/>
            <p:cNvSpPr/>
            <p:nvPr/>
          </p:nvSpPr>
          <p:spPr>
            <a:xfrm>
              <a:off x="281160" y="3417840"/>
              <a:ext cx="142560" cy="4744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4480"/>
                <a:gd name="textAreaBottom" fmla="*/ 474840 h 474480"/>
              </a:gdLst>
              <a:ah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0" name="Freeform 42"/>
            <p:cNvSpPr/>
            <p:nvPr/>
          </p:nvSpPr>
          <p:spPr>
            <a:xfrm>
              <a:off x="237960" y="38829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1" name="Freeform 43"/>
            <p:cNvSpPr/>
            <p:nvPr/>
          </p:nvSpPr>
          <p:spPr>
            <a:xfrm>
              <a:off x="4680" y="2166840"/>
              <a:ext cx="114120" cy="4521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452160"/>
                <a:gd name="textAreaBottom" fmla="*/ 452520 h 452160"/>
              </a:gdLst>
              <a:ah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2" name="Freeform 44"/>
            <p:cNvSpPr/>
            <p:nvPr/>
          </p:nvSpPr>
          <p:spPr>
            <a:xfrm>
              <a:off x="52560" y="20667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3" name="Rectangle 45"/>
            <p:cNvSpPr/>
            <p:nvPr/>
          </p:nvSpPr>
          <p:spPr>
            <a:xfrm>
              <a:off x="1228680" y="466236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4" name="Freeform 46"/>
            <p:cNvSpPr/>
            <p:nvPr/>
          </p:nvSpPr>
          <p:spPr>
            <a:xfrm>
              <a:off x="1319040" y="5041800"/>
              <a:ext cx="371160" cy="18014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5" name="Freeform 47"/>
            <p:cNvSpPr/>
            <p:nvPr/>
          </p:nvSpPr>
          <p:spPr>
            <a:xfrm>
              <a:off x="114768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6" name="Freeform 48"/>
            <p:cNvSpPr/>
            <p:nvPr/>
          </p:nvSpPr>
          <p:spPr>
            <a:xfrm>
              <a:off x="819000" y="3983040"/>
              <a:ext cx="347400" cy="286020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2860200"/>
                <a:gd name="textAreaBottom" fmla="*/ 2860560 h 2860200"/>
              </a:gdLst>
              <a:ah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7" name="Freeform 49"/>
            <p:cNvSpPr/>
            <p:nvPr/>
          </p:nvSpPr>
          <p:spPr>
            <a:xfrm>
              <a:off x="728640" y="380700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8" name="Freeform 50"/>
            <p:cNvSpPr/>
            <p:nvPr/>
          </p:nvSpPr>
          <p:spPr>
            <a:xfrm>
              <a:off x="162396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9" name="Freeform 51"/>
            <p:cNvSpPr/>
            <p:nvPr/>
          </p:nvSpPr>
          <p:spPr>
            <a:xfrm>
              <a:off x="1405080" y="542304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0" name="Freeform 52"/>
            <p:cNvSpPr/>
            <p:nvPr/>
          </p:nvSpPr>
          <p:spPr>
            <a:xfrm>
              <a:off x="166680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1" name="Freeform 53"/>
            <p:cNvSpPr/>
            <p:nvPr/>
          </p:nvSpPr>
          <p:spPr>
            <a:xfrm>
              <a:off x="170964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2" name="Freeform 54"/>
            <p:cNvSpPr/>
            <p:nvPr/>
          </p:nvSpPr>
          <p:spPr>
            <a:xfrm>
              <a:off x="170964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3" name="Freeform 55"/>
            <p:cNvSpPr/>
            <p:nvPr/>
          </p:nvSpPr>
          <p:spPr>
            <a:xfrm>
              <a:off x="1766880" y="6330960"/>
              <a:ext cx="418680" cy="52668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4" name="Freeform 56"/>
            <p:cNvSpPr/>
            <p:nvPr/>
          </p:nvSpPr>
          <p:spPr>
            <a:xfrm>
              <a:off x="214776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5" name="Freeform 57"/>
            <p:cNvSpPr/>
            <p:nvPr/>
          </p:nvSpPr>
          <p:spPr>
            <a:xfrm>
              <a:off x="504720" y="9360"/>
              <a:ext cx="232920" cy="5103360"/>
            </a:xfrm>
            <a:custGeom>
              <a:avLst/>
              <a:gdLst>
                <a:gd name="textAreaLeft" fmla="*/ 0 w 232920"/>
                <a:gd name="textAreaRight" fmla="*/ 233280 w 232920"/>
                <a:gd name="textAreaTop" fmla="*/ 0 h 5103360"/>
                <a:gd name="textAreaBottom" fmla="*/ 5103720 h 5103360"/>
              </a:gdLst>
              <a:ah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6" name="Freeform 58"/>
            <p:cNvSpPr/>
            <p:nvPr/>
          </p:nvSpPr>
          <p:spPr>
            <a:xfrm>
              <a:off x="633240" y="510372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d8fc68"/>
                </a:gs>
                <a:gs pos="100000">
                  <a:srgbClr val="66bd5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876320" y="1122480"/>
            <a:ext cx="879120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8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4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dt" idx="1"/>
          </p:nvPr>
        </p:nvSpPr>
        <p:spPr>
          <a:xfrm>
            <a:off x="7077600" y="54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2"/>
          </p:nvPr>
        </p:nvSpPr>
        <p:spPr>
          <a:xfrm>
            <a:off x="1876320" y="5410080"/>
            <a:ext cx="5124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3"/>
          </p:nvPr>
        </p:nvSpPr>
        <p:spPr>
          <a:xfrm>
            <a:off x="9896760" y="541008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3BD46A-F6B0-4089-B78E-CF98EB5EBF24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Click to edit the outline text format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Second Outline Level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Third Outline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Fourth Outline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Fifth Outline Level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Sixth Outline Level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Seventh Outline Level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5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06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107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08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09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0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1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2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3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4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5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6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7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9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0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1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2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3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4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5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6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7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8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9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0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1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2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3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34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135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6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7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8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9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0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1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2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3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4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141560" y="4304520"/>
            <a:ext cx="9911880" cy="81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1141560" y="606600"/>
            <a:ext cx="9911880" cy="329940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w Cen MT"/>
              </a:rPr>
              <a:t>Click icon to add picture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1141200" y="5123880"/>
            <a:ext cx="9910440" cy="6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dt" idx="4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ftr" idx="5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sldNum" idx="6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D99463-5765-4F17-A96B-3EEEE31303C7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2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53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154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5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6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7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8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9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0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1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2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3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4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5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6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7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8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9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0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1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2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3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4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5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6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7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8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9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0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81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182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3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4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5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6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7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8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9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90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91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342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1141560" y="4419720"/>
            <a:ext cx="990396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dt" idx="7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ftr" idx="8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sldNum" idx="9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47FF0F-CD25-4B30-AADB-BD7E797BB897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8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99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00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1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2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3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4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5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6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7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8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9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0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1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2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3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4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5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6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7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8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9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0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1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2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3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4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5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6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27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228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9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0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1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2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3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4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5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6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7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302400" cy="274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1720800" y="3365640"/>
            <a:ext cx="8751960" cy="54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1141560" y="4309920"/>
            <a:ext cx="9905760" cy="148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dt" idx="10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ftr" idx="11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43" name="PlaceHolder 6"/>
          <p:cNvSpPr>
            <a:spLocks noGrp="1"/>
          </p:cNvSpPr>
          <p:nvPr>
            <p:ph type="sldNum" idx="12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02C61E-20D2-4D45-A085-0F61A48AA625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44" name="TextBox 59"/>
          <p:cNvSpPr/>
          <p:nvPr/>
        </p:nvSpPr>
        <p:spPr>
          <a:xfrm>
            <a:off x="903600" y="73224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lt1"/>
                </a:solidFill>
                <a:uFillTx/>
                <a:latin typeface="Tw Cen MT"/>
              </a:rPr>
              <a:t>“</a:t>
            </a:r>
            <a:endParaRPr b="0" lang="en-US" sz="8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5" name="TextBox 60"/>
          <p:cNvSpPr/>
          <p:nvPr/>
        </p:nvSpPr>
        <p:spPr>
          <a:xfrm>
            <a:off x="10537200" y="27648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lt1"/>
                </a:solidFill>
                <a:uFillTx/>
                <a:latin typeface="Tw Cen MT"/>
              </a:rPr>
              <a:t>”</a:t>
            </a:r>
            <a:endParaRPr b="0" lang="en-US" sz="8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47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48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49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0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1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2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3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4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5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6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7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8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9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0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1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2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3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4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5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6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7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8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9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0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1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2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3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4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5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76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277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8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9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0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1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2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3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4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5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6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1141560" y="2134080"/>
            <a:ext cx="9905760" cy="25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1141200" y="4657680"/>
            <a:ext cx="99043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dt" idx="13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ftr" idx="14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91" name="PlaceHolder 5"/>
          <p:cNvSpPr>
            <a:spLocks noGrp="1"/>
          </p:cNvSpPr>
          <p:nvPr>
            <p:ph type="sldNum" idx="15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696EAB-88DE-4DBB-943D-6A4D42A1248F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3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94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95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96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97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98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99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0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1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2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3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4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5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7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8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9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0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1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2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3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4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5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6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7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8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9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0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1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22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23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4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5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6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7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8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9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30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31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32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1141560" y="2674440"/>
            <a:ext cx="319644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 cap="all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1127880" y="3360240"/>
            <a:ext cx="3208320" cy="24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body"/>
          </p:nvPr>
        </p:nvSpPr>
        <p:spPr>
          <a:xfrm>
            <a:off x="4514760" y="2677680"/>
            <a:ext cx="318420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 cap="all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7" name="PlaceHolder 5"/>
          <p:cNvSpPr>
            <a:spLocks noGrp="1"/>
          </p:cNvSpPr>
          <p:nvPr>
            <p:ph type="body"/>
          </p:nvPr>
        </p:nvSpPr>
        <p:spPr>
          <a:xfrm>
            <a:off x="4504320" y="3363480"/>
            <a:ext cx="3195360" cy="24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8" name="PlaceHolder 6"/>
          <p:cNvSpPr>
            <a:spLocks noGrp="1"/>
          </p:cNvSpPr>
          <p:nvPr>
            <p:ph type="body"/>
          </p:nvPr>
        </p:nvSpPr>
        <p:spPr>
          <a:xfrm>
            <a:off x="7852320" y="2674440"/>
            <a:ext cx="319464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 cap="all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9" name="PlaceHolder 7"/>
          <p:cNvSpPr>
            <a:spLocks noGrp="1"/>
          </p:cNvSpPr>
          <p:nvPr>
            <p:ph type="body"/>
          </p:nvPr>
        </p:nvSpPr>
        <p:spPr>
          <a:xfrm>
            <a:off x="7852320" y="3360240"/>
            <a:ext cx="3194640" cy="24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40" name="PlaceHolder 8"/>
          <p:cNvSpPr>
            <a:spLocks noGrp="1"/>
          </p:cNvSpPr>
          <p:nvPr>
            <p:ph type="dt" idx="16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41" name="PlaceHolder 9"/>
          <p:cNvSpPr>
            <a:spLocks noGrp="1"/>
          </p:cNvSpPr>
          <p:nvPr>
            <p:ph type="ftr" idx="17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42" name="PlaceHolder 10"/>
          <p:cNvSpPr>
            <a:spLocks noGrp="1"/>
          </p:cNvSpPr>
          <p:nvPr>
            <p:ph type="sldNum" idx="18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8B6759-69DC-409C-BFBE-C11A0619E14A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44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345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346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47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48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49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0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1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2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3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4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5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6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8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9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0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1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2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3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4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5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6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7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8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9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0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1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2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73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74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5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6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7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8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9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80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81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82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83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1141560" y="4404600"/>
            <a:ext cx="31950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body"/>
          </p:nvPr>
        </p:nvSpPr>
        <p:spPr>
          <a:xfrm>
            <a:off x="1141560" y="2666880"/>
            <a:ext cx="3195000" cy="15235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Click icon to add picture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 type="body"/>
          </p:nvPr>
        </p:nvSpPr>
        <p:spPr>
          <a:xfrm>
            <a:off x="1141560" y="4980960"/>
            <a:ext cx="3195000" cy="81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88" name="PlaceHolder 5"/>
          <p:cNvSpPr>
            <a:spLocks noGrp="1"/>
          </p:cNvSpPr>
          <p:nvPr>
            <p:ph type="body"/>
          </p:nvPr>
        </p:nvSpPr>
        <p:spPr>
          <a:xfrm>
            <a:off x="4489200" y="4404600"/>
            <a:ext cx="32000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89" name="PlaceHolder 6"/>
          <p:cNvSpPr>
            <a:spLocks noGrp="1"/>
          </p:cNvSpPr>
          <p:nvPr>
            <p:ph type="body"/>
          </p:nvPr>
        </p:nvSpPr>
        <p:spPr>
          <a:xfrm>
            <a:off x="4489200" y="2666880"/>
            <a:ext cx="3198600" cy="15235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Click icon to add picture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90" name="PlaceHolder 7"/>
          <p:cNvSpPr>
            <a:spLocks noGrp="1"/>
          </p:cNvSpPr>
          <p:nvPr>
            <p:ph type="body"/>
          </p:nvPr>
        </p:nvSpPr>
        <p:spPr>
          <a:xfrm>
            <a:off x="4487760" y="4980960"/>
            <a:ext cx="3200040" cy="8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91" name="PlaceHolder 8"/>
          <p:cNvSpPr>
            <a:spLocks noGrp="1"/>
          </p:cNvSpPr>
          <p:nvPr>
            <p:ph type="body"/>
          </p:nvPr>
        </p:nvSpPr>
        <p:spPr>
          <a:xfrm>
            <a:off x="7852680" y="4404600"/>
            <a:ext cx="319032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92" name="PlaceHolder 9"/>
          <p:cNvSpPr>
            <a:spLocks noGrp="1"/>
          </p:cNvSpPr>
          <p:nvPr>
            <p:ph type="body"/>
          </p:nvPr>
        </p:nvSpPr>
        <p:spPr>
          <a:xfrm>
            <a:off x="7852320" y="2666880"/>
            <a:ext cx="3194640" cy="15235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Click icon to add picture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93" name="PlaceHolder 10"/>
          <p:cNvSpPr>
            <a:spLocks noGrp="1"/>
          </p:cNvSpPr>
          <p:nvPr>
            <p:ph type="body"/>
          </p:nvPr>
        </p:nvSpPr>
        <p:spPr>
          <a:xfrm>
            <a:off x="7852320" y="4980960"/>
            <a:ext cx="3194640" cy="8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94" name="PlaceHolder 11"/>
          <p:cNvSpPr>
            <a:spLocks noGrp="1"/>
          </p:cNvSpPr>
          <p:nvPr>
            <p:ph type="dt" idx="19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95" name="PlaceHolder 12"/>
          <p:cNvSpPr>
            <a:spLocks noGrp="1"/>
          </p:cNvSpPr>
          <p:nvPr>
            <p:ph type="ftr" idx="20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96" name="PlaceHolder 13"/>
          <p:cNvSpPr>
            <a:spLocks noGrp="1"/>
          </p:cNvSpPr>
          <p:nvPr>
            <p:ph type="sldNum" idx="21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D50979-23F6-4A23-BAF8-25F5E2C455D3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98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399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00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1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2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3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4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5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6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7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8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9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0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1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2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3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4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5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6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7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8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9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0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1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2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3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4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5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6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27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428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9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0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1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2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3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4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5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6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7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Second level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Third level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Fourth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Fifth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dt" idx="22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 type="ftr" idx="23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42" name="PlaceHolder 5"/>
          <p:cNvSpPr>
            <a:spLocks noGrp="1"/>
          </p:cNvSpPr>
          <p:nvPr>
            <p:ph type="sldNum" idx="24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77F278-8106-479B-9E6A-B9137F60A513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44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445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46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47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48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49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0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1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2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3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4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5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6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8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9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0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1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2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3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4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5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6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7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8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9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0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1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2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73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474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5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6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7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8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9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80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81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82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83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9042480" y="609480"/>
            <a:ext cx="200448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1141560" y="609480"/>
            <a:ext cx="774828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Second level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Third level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Fourth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Fifth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dt" idx="25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ftr" idx="26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 type="sldNum" idx="27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02E4E1-B7B9-4EC7-98E4-43EA4E5F8F56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0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491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92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3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4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5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6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7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8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9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0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1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2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4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5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6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7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8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9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0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1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2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3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4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5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6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7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8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19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520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1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2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3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4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5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6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7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8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9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Second level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Third level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Fourth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Fifth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dt" idx="28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 type="ftr" idx="29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34" name="PlaceHolder 5"/>
          <p:cNvSpPr>
            <a:spLocks noGrp="1"/>
          </p:cNvSpPr>
          <p:nvPr>
            <p:ph type="sldNum" idx="30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F63C68-86BC-403C-BB89-78835CDB8476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4"/>
    <p:sldLayoutId id="2147483668" r:id="rId5"/>
    <p:sldLayoutId id="2147483669" r:id="rId6"/>
    <p:sldLayoutId id="2147483670" r:id="rId7"/>
    <p:sldLayoutId id="2147483671" r:id="rId8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40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541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542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3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4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5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6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7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8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9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0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1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2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4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5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6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7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8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9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0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1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2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3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4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5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6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7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8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69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570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1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2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3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4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5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6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7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8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9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1141560" y="1419120"/>
            <a:ext cx="990576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1141560" y="4424400"/>
            <a:ext cx="9905760" cy="137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 cap="all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Edit Master text styles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dt" idx="31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83" name="PlaceHolder 4"/>
          <p:cNvSpPr>
            <a:spLocks noGrp="1"/>
          </p:cNvSpPr>
          <p:nvPr>
            <p:ph type="ftr" idx="32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84" name="PlaceHolder 5"/>
          <p:cNvSpPr>
            <a:spLocks noGrp="1"/>
          </p:cNvSpPr>
          <p:nvPr>
            <p:ph type="sldNum" idx="33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F1E263-8A6F-4281-9DEA-8AAFA24581A9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6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587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588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89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0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1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2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3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4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5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6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7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8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9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0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1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2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3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4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5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6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7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8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9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0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1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2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3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4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15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616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7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8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9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0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1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2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3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4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5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48780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Second level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Third level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Fourth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Fifth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body"/>
          </p:nvPr>
        </p:nvSpPr>
        <p:spPr>
          <a:xfrm>
            <a:off x="6172200" y="2249640"/>
            <a:ext cx="4874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Second level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Third level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Fourth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Fifth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29" name="PlaceHolder 4"/>
          <p:cNvSpPr>
            <a:spLocks noGrp="1"/>
          </p:cNvSpPr>
          <p:nvPr>
            <p:ph type="dt" idx="34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30" name="PlaceHolder 5"/>
          <p:cNvSpPr>
            <a:spLocks noGrp="1"/>
          </p:cNvSpPr>
          <p:nvPr>
            <p:ph type="ftr" idx="35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31" name="PlaceHolder 6"/>
          <p:cNvSpPr>
            <a:spLocks noGrp="1"/>
          </p:cNvSpPr>
          <p:nvPr>
            <p:ph type="sldNum" idx="36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4A9069-70CC-49CC-B3F3-F2AEEAAFE748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36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637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638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39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0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1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2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3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4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5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6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7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8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9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0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1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2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3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4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5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6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7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8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9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0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1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2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3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4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65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666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7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8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9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0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1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2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3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4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5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1141560" y="619200"/>
            <a:ext cx="9905760" cy="14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1370160" y="2249640"/>
            <a:ext cx="464940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 cap="all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body"/>
          </p:nvPr>
        </p:nvSpPr>
        <p:spPr>
          <a:xfrm>
            <a:off x="1141560" y="3073320"/>
            <a:ext cx="4878000" cy="271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Second level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Third level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Fourth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Fifth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79" name="PlaceHolder 4"/>
          <p:cNvSpPr>
            <a:spLocks noGrp="1"/>
          </p:cNvSpPr>
          <p:nvPr>
            <p:ph type="body"/>
          </p:nvPr>
        </p:nvSpPr>
        <p:spPr>
          <a:xfrm>
            <a:off x="6400800" y="2249640"/>
            <a:ext cx="46461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 cap="all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80" name="PlaceHolder 5"/>
          <p:cNvSpPr>
            <a:spLocks noGrp="1"/>
          </p:cNvSpPr>
          <p:nvPr>
            <p:ph type="body"/>
          </p:nvPr>
        </p:nvSpPr>
        <p:spPr>
          <a:xfrm>
            <a:off x="6172200" y="3073320"/>
            <a:ext cx="4874760" cy="271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Second level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Third level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Fourth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Fifth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81" name="PlaceHolder 6"/>
          <p:cNvSpPr>
            <a:spLocks noGrp="1"/>
          </p:cNvSpPr>
          <p:nvPr>
            <p:ph type="dt" idx="37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82" name="PlaceHolder 7"/>
          <p:cNvSpPr>
            <a:spLocks noGrp="1"/>
          </p:cNvSpPr>
          <p:nvPr>
            <p:ph type="ftr" idx="38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83" name="PlaceHolder 8"/>
          <p:cNvSpPr>
            <a:spLocks noGrp="1"/>
          </p:cNvSpPr>
          <p:nvPr>
            <p:ph type="sldNum" idx="39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AAF9CC-29E5-4ADB-84A9-0540842B9317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85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686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687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88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89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0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1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2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3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4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5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6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7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9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0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1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2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3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4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5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6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7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8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9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0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1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2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3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14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715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6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7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8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9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0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1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2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3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4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 type="dt" idx="40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ftr" idx="41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28" name="PlaceHolder 4"/>
          <p:cNvSpPr>
            <a:spLocks noGrp="1"/>
          </p:cNvSpPr>
          <p:nvPr>
            <p:ph type="sldNum" idx="42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6C93C7-5F53-4C82-938B-DAD46BA44A37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31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732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733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4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5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6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7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8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9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0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1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2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3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5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6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7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8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9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0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1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2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3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4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5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6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7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8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9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60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761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2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3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4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5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6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7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8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9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70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771" name="PlaceHolder 1"/>
          <p:cNvSpPr>
            <a:spLocks noGrp="1"/>
          </p:cNvSpPr>
          <p:nvPr>
            <p:ph type="dt" idx="43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72" name="PlaceHolder 2"/>
          <p:cNvSpPr>
            <a:spLocks noGrp="1"/>
          </p:cNvSpPr>
          <p:nvPr>
            <p:ph type="ftr" idx="44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45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79D4FA-4EAC-469B-A51C-6BC81F62CE21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75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776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777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78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79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0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1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2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3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4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5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6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7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9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0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1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2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3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4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5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6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7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8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9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0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1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2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3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04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805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6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7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8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9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0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1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2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3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4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1146600" y="609480"/>
            <a:ext cx="3855600" cy="163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16" name="PlaceHolder 2"/>
          <p:cNvSpPr>
            <a:spLocks noGrp="1"/>
          </p:cNvSpPr>
          <p:nvPr>
            <p:ph type="body"/>
          </p:nvPr>
        </p:nvSpPr>
        <p:spPr>
          <a:xfrm>
            <a:off x="5156280" y="592560"/>
            <a:ext cx="5890680" cy="51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Second level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Third level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Fourth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Fifth level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 type="body"/>
          </p:nvPr>
        </p:nvSpPr>
        <p:spPr>
          <a:xfrm>
            <a:off x="1146600" y="2249640"/>
            <a:ext cx="38556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18" name="PlaceHolder 4"/>
          <p:cNvSpPr>
            <a:spLocks noGrp="1"/>
          </p:cNvSpPr>
          <p:nvPr>
            <p:ph type="dt" idx="46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19" name="PlaceHolder 5"/>
          <p:cNvSpPr>
            <a:spLocks noGrp="1"/>
          </p:cNvSpPr>
          <p:nvPr>
            <p:ph type="ftr" idx="47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20" name="PlaceHolder 6"/>
          <p:cNvSpPr>
            <a:spLocks noGrp="1"/>
          </p:cNvSpPr>
          <p:nvPr>
            <p:ph type="sldNum" idx="48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928131-C851-4A01-8FAE-680B72B3EC77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22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823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824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25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26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27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28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29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0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1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2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3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4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5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6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7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8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9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0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1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2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3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4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5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6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7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8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9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0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/>
                  </a:gs>
                  <a:gs pos="100000">
                    <a:srgbClr val="66bd5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51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852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3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4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5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6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7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8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9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60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61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d8fc68">
                      <a:alpha val="80000"/>
                    </a:srgbClr>
                  </a:gs>
                  <a:gs pos="100000">
                    <a:srgbClr val="66bd5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862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5934240" cy="163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 cap="all">
                <a:solidFill>
                  <a:schemeClr val="lt1"/>
                </a:solidFill>
                <a:uFillTx/>
                <a:latin typeface="Tw Cen MT"/>
              </a:rPr>
              <a:t>Click to edit Master title style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63" name="PlaceHolder 2"/>
          <p:cNvSpPr>
            <a:spLocks noGrp="1"/>
          </p:cNvSpPr>
          <p:nvPr>
            <p:ph type="body"/>
          </p:nvPr>
        </p:nvSpPr>
        <p:spPr>
          <a:xfrm>
            <a:off x="7380720" y="609480"/>
            <a:ext cx="3666240" cy="51811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w Cen MT"/>
              </a:rPr>
              <a:t>Click icon to add picture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64" name="PlaceHolder 3"/>
          <p:cNvSpPr>
            <a:spLocks noGrp="1"/>
          </p:cNvSpPr>
          <p:nvPr>
            <p:ph type="body"/>
          </p:nvPr>
        </p:nvSpPr>
        <p:spPr>
          <a:xfrm>
            <a:off x="1141560" y="2249640"/>
            <a:ext cx="593424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Edit Master text styles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65" name="PlaceHolder 4"/>
          <p:cNvSpPr>
            <a:spLocks noGrp="1"/>
          </p:cNvSpPr>
          <p:nvPr>
            <p:ph type="dt" idx="49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&lt;date/time&gt;</a:t>
            </a:r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66" name="PlaceHolder 5"/>
          <p:cNvSpPr>
            <a:spLocks noGrp="1"/>
          </p:cNvSpPr>
          <p:nvPr>
            <p:ph type="ftr" idx="50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67" name="PlaceHolder 6"/>
          <p:cNvSpPr>
            <a:spLocks noGrp="1"/>
          </p:cNvSpPr>
          <p:nvPr>
            <p:ph type="sldNum" idx="51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815FC6-C2F4-430A-98E4-9B41C37D7F55}" type="slidenum">
              <a:rPr b="0" lang="en-US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&lt;number&gt;</a:t>
            </a:fld>
            <a:endParaRPr b="0" lang="en-US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1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Picture 4" descr=""/>
          <p:cNvPicPr/>
          <p:nvPr/>
        </p:nvPicPr>
        <p:blipFill>
          <a:blip r:embed="rId1"/>
          <a:stretch/>
        </p:blipFill>
        <p:spPr>
          <a:xfrm>
            <a:off x="0" y="-7920"/>
            <a:ext cx="12397680" cy="694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PlaceHolder 1"/>
          <p:cNvSpPr>
            <a:spLocks noGrp="1"/>
          </p:cNvSpPr>
          <p:nvPr>
            <p:ph type="title"/>
          </p:nvPr>
        </p:nvSpPr>
        <p:spPr>
          <a:xfrm>
            <a:off x="3684600" y="0"/>
            <a:ext cx="3648240" cy="5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The main process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70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871" name="Picture 3" descr=""/>
          <p:cNvPicPr/>
          <p:nvPr/>
        </p:nvPicPr>
        <p:blipFill>
          <a:blip r:embed="rId1"/>
          <a:stretch/>
        </p:blipFill>
        <p:spPr>
          <a:xfrm>
            <a:off x="0" y="564840"/>
            <a:ext cx="12128760" cy="6194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4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The Deposit obtaining process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873" name="Content Placeholder 6" descr=""/>
          <p:cNvPicPr/>
          <p:nvPr/>
        </p:nvPicPr>
        <p:blipFill>
          <a:blip r:embed="rId1"/>
          <a:stretch/>
        </p:blipFill>
        <p:spPr>
          <a:xfrm>
            <a:off x="28440" y="1708560"/>
            <a:ext cx="12046680" cy="5059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title"/>
          </p:nvPr>
        </p:nvSpPr>
        <p:spPr>
          <a:xfrm>
            <a:off x="3581280" y="0"/>
            <a:ext cx="5025960" cy="51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SMS verification process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75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876" name="Picture 3" descr=""/>
          <p:cNvPicPr/>
          <p:nvPr/>
        </p:nvPicPr>
        <p:blipFill>
          <a:blip r:embed="rId1"/>
          <a:stretch/>
        </p:blipFill>
        <p:spPr>
          <a:xfrm>
            <a:off x="62640" y="511200"/>
            <a:ext cx="12128760" cy="634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Additional processes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878" name="Content Placeholder 3" descr=""/>
          <p:cNvPicPr/>
          <p:nvPr/>
        </p:nvPicPr>
        <p:blipFill>
          <a:blip r:embed="rId1"/>
          <a:stretch/>
        </p:blipFill>
        <p:spPr>
          <a:xfrm>
            <a:off x="2721600" y="1734120"/>
            <a:ext cx="6428880" cy="158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9" name="Picture 4" descr=""/>
          <p:cNvPicPr/>
          <p:nvPr/>
        </p:nvPicPr>
        <p:blipFill>
          <a:blip r:embed="rId2"/>
          <a:stretch/>
        </p:blipFill>
        <p:spPr>
          <a:xfrm>
            <a:off x="2480400" y="3429000"/>
            <a:ext cx="6911640" cy="1790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0" name="Picture 5" descr=""/>
          <p:cNvPicPr/>
          <p:nvPr/>
        </p:nvPicPr>
        <p:blipFill>
          <a:blip r:embed="rId3"/>
          <a:stretch/>
        </p:blipFill>
        <p:spPr>
          <a:xfrm>
            <a:off x="2442960" y="5300640"/>
            <a:ext cx="7201080" cy="159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The part of the Camunda signs we are going to use in project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882" name="Content Placeholder 6" descr=""/>
          <p:cNvPicPr/>
          <p:nvPr/>
        </p:nvPicPr>
        <p:blipFill>
          <a:blip r:embed="rId1"/>
          <a:stretch/>
        </p:blipFill>
        <p:spPr>
          <a:xfrm>
            <a:off x="1389600" y="2249640"/>
            <a:ext cx="9295920" cy="398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/>
          </p:cNvSpPr>
          <p:nvPr>
            <p:ph type="title"/>
          </p:nvPr>
        </p:nvSpPr>
        <p:spPr>
          <a:xfrm>
            <a:off x="1876320" y="1122480"/>
            <a:ext cx="879120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4800" strike="noStrike" u="none" cap="all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84" name="PlaceHolder 2"/>
          <p:cNvSpPr>
            <a:spLocks noGrp="1"/>
          </p:cNvSpPr>
          <p:nvPr>
            <p:ph type="subTitle"/>
          </p:nvPr>
        </p:nvSpPr>
        <p:spPr>
          <a:xfrm>
            <a:off x="1876320" y="3602160"/>
            <a:ext cx="879120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000" strike="noStrike" u="none" cap="all">
              <a:solidFill>
                <a:schemeClr val="lt2"/>
              </a:solidFill>
              <a:uFillTx/>
              <a:latin typeface="Tw Cen MT"/>
            </a:endParaRPr>
          </a:p>
        </p:txBody>
      </p:sp>
      <p:pic>
        <p:nvPicPr>
          <p:cNvPr id="885" name="Picture 4" descr=""/>
          <p:cNvPicPr/>
          <p:nvPr/>
        </p:nvPicPr>
        <p:blipFill>
          <a:blip r:embed="rId1"/>
          <a:stretch/>
        </p:blipFill>
        <p:spPr>
          <a:xfrm>
            <a:off x="1876320" y="223200"/>
            <a:ext cx="9201600" cy="621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Picture 4" descr=""/>
          <p:cNvPicPr/>
          <p:nvPr/>
        </p:nvPicPr>
        <p:blipFill>
          <a:blip r:embed="rId1"/>
          <a:stretch/>
        </p:blipFill>
        <p:spPr>
          <a:xfrm>
            <a:off x="2567520" y="520200"/>
            <a:ext cx="9042840" cy="581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1876320" y="1122480"/>
            <a:ext cx="879120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4800" strike="noStrike" u="none" cap="all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subTitle"/>
          </p:nvPr>
        </p:nvSpPr>
        <p:spPr>
          <a:xfrm>
            <a:off x="1876320" y="3602160"/>
            <a:ext cx="879120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000" strike="noStrike" u="none" cap="all">
              <a:solidFill>
                <a:schemeClr val="lt2"/>
              </a:solidFill>
              <a:uFillTx/>
              <a:latin typeface="Tw Cen MT"/>
            </a:endParaRPr>
          </a:p>
        </p:txBody>
      </p:sp>
      <p:pic>
        <p:nvPicPr>
          <p:cNvPr id="889" name="Picture 4" descr=""/>
          <p:cNvPicPr/>
          <p:nvPr/>
        </p:nvPicPr>
        <p:blipFill>
          <a:blip r:embed="rId1"/>
          <a:stretch/>
        </p:blipFill>
        <p:spPr>
          <a:xfrm>
            <a:off x="1523880" y="332280"/>
            <a:ext cx="10522080" cy="566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Rectangle 3"/>
          <p:cNvSpPr/>
          <p:nvPr/>
        </p:nvSpPr>
        <p:spPr>
          <a:xfrm>
            <a:off x="1765080" y="1859400"/>
            <a:ext cx="1026000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ProcessEngine </a:t>
            </a:r>
            <a:r>
              <a:rPr b="1" lang="ru-BY" sz="2400" strike="noStrike" u="none">
                <a:solidFill>
                  <a:schemeClr val="dk1"/>
                </a:solidFill>
                <a:highlight>
                  <a:srgbClr val="ffff00"/>
                </a:highlight>
                <a:uFillTx/>
                <a:latin typeface="Tw Cen MT"/>
              </a:rPr>
              <a:t>processEngine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 = ProcessEngines.</a:t>
            </a:r>
            <a:r>
              <a:rPr b="1" lang="ru-BY" sz="2400" strike="noStrike" u="none">
                <a:solidFill>
                  <a:schemeClr val="dk1"/>
                </a:solidFill>
                <a:highlight>
                  <a:srgbClr val="00ffff"/>
                </a:highlight>
                <a:uFillTx/>
                <a:latin typeface="Tw Cen MT"/>
              </a:rPr>
              <a:t>getDefaultProcessEngine();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ru-BY" sz="2400" strike="noStrike" u="none">
                <a:solidFill>
                  <a:schemeClr val="dk1"/>
                </a:solidFill>
                <a:highlight>
                  <a:srgbClr val="800080"/>
                </a:highlight>
                <a:uFillTx/>
                <a:latin typeface="Tw Cen MT"/>
              </a:rPr>
              <a:t>Task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Service taskService = </a:t>
            </a:r>
            <a:r>
              <a:rPr b="1" lang="ru-BY" sz="2400" strike="noStrike" u="none">
                <a:solidFill>
                  <a:schemeClr val="dk1"/>
                </a:solidFill>
                <a:highlight>
                  <a:srgbClr val="ffff00"/>
                </a:highlight>
                <a:uFillTx/>
                <a:latin typeface="Tw Cen MT"/>
              </a:rPr>
              <a:t>processEngine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.getTaskService();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ru-BY" sz="2400" strike="noStrike" u="none">
                <a:solidFill>
                  <a:schemeClr val="dk1"/>
                </a:solidFill>
                <a:highlight>
                  <a:srgbClr val="800080"/>
                </a:highlight>
                <a:uFillTx/>
                <a:latin typeface="Tw Cen MT"/>
              </a:rPr>
              <a:t>Form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Service formService = </a:t>
            </a:r>
            <a:r>
              <a:rPr b="1" lang="ru-BY" sz="2400" strike="noStrike" u="none">
                <a:solidFill>
                  <a:schemeClr val="dk1"/>
                </a:solidFill>
                <a:highlight>
                  <a:srgbClr val="ffff00"/>
                </a:highlight>
                <a:uFillTx/>
                <a:latin typeface="Tw Cen MT"/>
              </a:rPr>
              <a:t>processEngine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.getFormService();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ru-BY" sz="2400" strike="noStrike" u="none">
                <a:solidFill>
                  <a:schemeClr val="dk1"/>
                </a:solidFill>
                <a:highlight>
                  <a:srgbClr val="800080"/>
                </a:highlight>
                <a:uFillTx/>
                <a:latin typeface="Tw Cen MT"/>
              </a:rPr>
              <a:t>Identity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Service identityService = </a:t>
            </a:r>
            <a:r>
              <a:rPr b="1" lang="ru-BY" sz="2400" strike="noStrike" u="none">
                <a:solidFill>
                  <a:schemeClr val="dk1"/>
                </a:solidFill>
                <a:highlight>
                  <a:srgbClr val="ffff00"/>
                </a:highlight>
                <a:uFillTx/>
                <a:latin typeface="Tw Cen MT"/>
              </a:rPr>
              <a:t>processEngine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.getIdentityService();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ru-BY" sz="2400" strike="noStrike" u="none">
                <a:solidFill>
                  <a:schemeClr val="dk1"/>
                </a:solidFill>
                <a:highlight>
                  <a:srgbClr val="800080"/>
                </a:highlight>
                <a:uFillTx/>
                <a:latin typeface="Tw Cen MT"/>
              </a:rPr>
              <a:t>Runtime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Service runtimeService = </a:t>
            </a:r>
            <a:r>
              <a:rPr b="1" lang="ru-BY" sz="2400" strike="noStrike" u="none">
                <a:solidFill>
                  <a:schemeClr val="dk1"/>
                </a:solidFill>
                <a:highlight>
                  <a:srgbClr val="ffff00"/>
                </a:highlight>
                <a:uFillTx/>
                <a:latin typeface="Tw Cen MT"/>
              </a:rPr>
              <a:t>processEngine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.getRuntimeService();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ru-BY" sz="2400" strike="noStrike" u="none">
                <a:solidFill>
                  <a:schemeClr val="dk1"/>
                </a:solidFill>
                <a:highlight>
                  <a:srgbClr val="800080"/>
                </a:highlight>
                <a:uFillTx/>
                <a:latin typeface="Tw Cen MT"/>
              </a:rPr>
              <a:t>Repository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Service repositoryService = </a:t>
            </a:r>
            <a:r>
              <a:rPr b="1" lang="ru-BY" sz="2400" strike="noStrike" u="none">
                <a:solidFill>
                  <a:schemeClr val="dk1"/>
                </a:solidFill>
                <a:highlight>
                  <a:srgbClr val="ffff00"/>
                </a:highlight>
                <a:uFillTx/>
                <a:latin typeface="Tw Cen MT"/>
              </a:rPr>
              <a:t>processEngine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Tw Cen MT"/>
              </a:rPr>
              <a:t>.getRepositoryService();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Picture 4" descr=""/>
          <p:cNvPicPr/>
          <p:nvPr/>
        </p:nvPicPr>
        <p:blipFill>
          <a:blip r:embed="rId1"/>
          <a:stretch/>
        </p:blipFill>
        <p:spPr>
          <a:xfrm>
            <a:off x="1953000" y="0"/>
            <a:ext cx="97081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2" name="Picture 4" descr=""/>
          <p:cNvPicPr/>
          <p:nvPr/>
        </p:nvPicPr>
        <p:blipFill>
          <a:blip r:embed="rId1"/>
          <a:stretch/>
        </p:blipFill>
        <p:spPr>
          <a:xfrm>
            <a:off x="3538080" y="1049760"/>
            <a:ext cx="8292240" cy="57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3" name="TextBox 5"/>
          <p:cNvSpPr/>
          <p:nvPr/>
        </p:nvSpPr>
        <p:spPr>
          <a:xfrm>
            <a:off x="4086720" y="100080"/>
            <a:ext cx="7902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uFillTx/>
                <a:latin typeface="Tw Cen MT"/>
              </a:rPr>
              <a:t>The list of often used BPMN events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1602000" y="1324800"/>
            <a:ext cx="10589760" cy="272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Camunda Forum : 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https://forum.camunda.io/</a:t>
            </a: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Camunda DOCUMENTATION :      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https://camunda.com/</a:t>
            </a: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Camunda examples :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https://github.com/camunda/camunda-bpm-examples</a:t>
            </a: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Camunda events  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https://camunda.com/events/</a:t>
            </a:r>
            <a:br>
              <a:rPr sz="2000"/>
            </a:b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linkedin :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https://www.linkedin.com/company/camunda/</a:t>
            </a: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youtube :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	</a:t>
            </a: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https://www.youtube.com/user/camundavideo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95" name="TextBox 3"/>
          <p:cNvSpPr/>
          <p:nvPr/>
        </p:nvSpPr>
        <p:spPr>
          <a:xfrm>
            <a:off x="4104000" y="1063080"/>
            <a:ext cx="4646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Tw Cen MT"/>
              </a:rPr>
              <a:t>Useful links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title"/>
          </p:nvPr>
        </p:nvSpPr>
        <p:spPr>
          <a:xfrm>
            <a:off x="2230920" y="3310920"/>
            <a:ext cx="10589760" cy="258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Java 17  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https://www.oracle.com/java/technologies/downloads/#java17</a:t>
            </a: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installation instruction :  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https://docs.oracle.com/en/java/javase/17/install/overview-jdk-installation.html#GUID-A0EAF7DB-67EB-4218-AD54-3E54CDD8D89E</a:t>
            </a:r>
            <a:br>
              <a:rPr sz="2000"/>
            </a:b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Maven 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https://maven.apache.org/download.cgi  </a:t>
            </a: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installation instruction :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https://maven.apache.org/install.html</a:t>
            </a:r>
            <a:br>
              <a:rPr sz="2000"/>
            </a:b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Camunda modeler version 5.22.0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https://downloads.camunda.cloud/release/camunda-modeler/5.22.0/</a:t>
            </a: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installation instruction (only first page) : 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https://docs.camunda.org/get-started/quick-start/install/</a:t>
            </a:r>
            <a:br>
              <a:rPr sz="2000"/>
            </a:br>
            <a:br>
              <a:rPr sz="2000"/>
            </a:b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Intellij Idea Community Edition version 2023.3.5 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https://www.jetbrains.com/idea/download/other.html  </a:t>
            </a:r>
            <a:br>
              <a:rPr sz="2000"/>
            </a:br>
            <a:r>
              <a:rPr b="0" lang="en-US" sz="2000" strike="noStrike" u="none" cap="all">
                <a:solidFill>
                  <a:schemeClr val="lt1"/>
                </a:solidFill>
                <a:uFillTx/>
                <a:latin typeface="Tw Cen MT"/>
              </a:rPr>
              <a:t>installation instruction (standalone installation) :  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https://www.jetbrains.com/help/idea/installation-guide.html#standalone</a:t>
            </a:r>
            <a:br>
              <a:rPr sz="2000"/>
            </a:br>
            <a:br>
              <a:rPr sz="2000"/>
            </a:br>
            <a:r>
              <a:rPr b="0" lang="en-US" sz="2000" strike="noStrike" u="none" cap="all">
                <a:solidFill>
                  <a:schemeClr val="dk1"/>
                </a:solidFill>
                <a:highlight>
                  <a:srgbClr val="ffff00"/>
                </a:highlight>
                <a:uFillTx/>
                <a:latin typeface="Tw Cen MT"/>
              </a:rPr>
              <a:t>Please don’t forger about the “path” variables on your computer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97" name="TextBox 3"/>
          <p:cNvSpPr/>
          <p:nvPr/>
        </p:nvSpPr>
        <p:spPr>
          <a:xfrm>
            <a:off x="3987720" y="335160"/>
            <a:ext cx="4646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Tw Cen MT"/>
              </a:rPr>
              <a:t>Installation links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title"/>
          </p:nvPr>
        </p:nvSpPr>
        <p:spPr>
          <a:xfrm>
            <a:off x="1876320" y="1122480"/>
            <a:ext cx="8791200" cy="66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800" strike="noStrike" u="none" cap="all">
                <a:solidFill>
                  <a:schemeClr val="dk1"/>
                </a:solidFill>
                <a:uFillTx/>
                <a:latin typeface="Tw Cen MT"/>
              </a:rPr>
              <a:t>	</a:t>
            </a:r>
            <a:r>
              <a:rPr b="0" lang="en-US" sz="4800" strike="noStrike" u="none" cap="all">
                <a:solidFill>
                  <a:schemeClr val="dk1"/>
                </a:solidFill>
                <a:uFillTx/>
                <a:latin typeface="Tw Cen MT"/>
              </a:rPr>
              <a:t>	</a:t>
            </a: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Signal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899" name="Picture 3" descr=""/>
          <p:cNvPicPr/>
          <p:nvPr/>
        </p:nvPicPr>
        <p:blipFill>
          <a:blip r:embed="rId1"/>
          <a:stretch/>
        </p:blipFill>
        <p:spPr>
          <a:xfrm>
            <a:off x="5358960" y="1173240"/>
            <a:ext cx="5052240" cy="55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0" name="PlaceHolder 2"/>
          <p:cNvSpPr>
            <a:spLocks noGrp="1"/>
          </p:cNvSpPr>
          <p:nvPr>
            <p:ph type="subTitle"/>
          </p:nvPr>
        </p:nvSpPr>
        <p:spPr>
          <a:xfrm>
            <a:off x="1876320" y="2478600"/>
            <a:ext cx="9631440" cy="2308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dk1"/>
                </a:solidFill>
                <a:uFillTx/>
                <a:latin typeface="Arial"/>
              </a:rPr>
              <a:t>A 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Arial"/>
              </a:rPr>
              <a:t>Signal Event</a:t>
            </a:r>
            <a:r>
              <a:rPr b="0" lang="ru-BY" sz="2400" strike="noStrike" u="none">
                <a:solidFill>
                  <a:schemeClr val="dk1"/>
                </a:solidFill>
                <a:uFillTx/>
                <a:latin typeface="Arial"/>
              </a:rPr>
              <a:t> is a powerful way to </a:t>
            </a:r>
            <a:r>
              <a:rPr b="1" lang="ru-BY" sz="2400" strike="noStrike" u="none">
                <a:solidFill>
                  <a:schemeClr val="dk1"/>
                </a:solidFill>
                <a:uFillTx/>
                <a:latin typeface="Arial"/>
              </a:rPr>
              <a:t>broadcast messages</a:t>
            </a:r>
            <a:r>
              <a:rPr b="0" lang="ru-BY" sz="2400" strike="noStrike" u="none">
                <a:solidFill>
                  <a:schemeClr val="dk1"/>
                </a:solidFill>
                <a:uFillTx/>
                <a:latin typeface="Arial"/>
              </a:rPr>
              <a:t> in BPMN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It can be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interrupting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 or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non-interrupting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,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catch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 or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throw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It is great when you need 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to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notify many processes at once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It’s easy to 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send using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REST API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(for example, from Postman)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Perfect for </a:t>
            </a:r>
            <a:r>
              <a:rPr b="1" lang="ru-BY" sz="2400" strike="noStrike" u="none">
                <a:solidFill>
                  <a:schemeClr val="lt1"/>
                </a:solidFill>
                <a:uFillTx/>
                <a:latin typeface="Arial"/>
              </a:rPr>
              <a:t>notifications, escalations, timers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, and </a:t>
            </a:r>
            <a:r>
              <a:rPr b="1" lang="ru-BY" sz="2400" strike="noStrike" u="none">
                <a:solidFill>
                  <a:schemeClr val="lt1"/>
                </a:solidFill>
                <a:uFillTx/>
                <a:latin typeface="Arial"/>
              </a:rPr>
              <a:t>parallel logic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1876320" y="1122480"/>
            <a:ext cx="8791200" cy="77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 cap="all">
                <a:solidFill>
                  <a:schemeClr val="dk1"/>
                </a:solidFill>
                <a:uFillTx/>
                <a:latin typeface="Tw Cen MT"/>
              </a:rPr>
              <a:t>Conditional Event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02" name="PlaceHolder 2"/>
          <p:cNvSpPr>
            <a:spLocks noGrp="1"/>
          </p:cNvSpPr>
          <p:nvPr>
            <p:ph type="subTitle"/>
          </p:nvPr>
        </p:nvSpPr>
        <p:spPr>
          <a:xfrm>
            <a:off x="1876320" y="2300040"/>
            <a:ext cx="9963360" cy="390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Conditional Event</a:t>
            </a:r>
            <a:r>
              <a:rPr b="0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 is a powerful way to </a:t>
            </a:r>
            <a:r>
              <a:rPr b="1" lang="en-US" sz="2000" strike="noStrike" u="none" cap="all">
                <a:solidFill>
                  <a:schemeClr val="dk1"/>
                </a:solidFill>
                <a:uFillTx/>
                <a:latin typeface="Tw Cen MT"/>
              </a:rPr>
              <a:t>wait for logical conditions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3" name="Rectangle 3"/>
          <p:cNvSpPr/>
          <p:nvPr/>
        </p:nvSpPr>
        <p:spPr>
          <a:xfrm>
            <a:off x="1876320" y="3076920"/>
            <a:ext cx="959580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It can be 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used to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start a process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 or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pause it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inside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Helps to build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dynamic and flexible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process flows that react to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variable values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The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process can pause and wait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, which is great for automation and control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Supports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JUEL and FEEL expressions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04" name="Picture 6" descr=""/>
          <p:cNvPicPr/>
          <p:nvPr/>
        </p:nvPicPr>
        <p:blipFill>
          <a:blip r:embed="rId1"/>
          <a:stretch/>
        </p:blipFill>
        <p:spPr>
          <a:xfrm>
            <a:off x="5849280" y="1283760"/>
            <a:ext cx="5245560" cy="61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title"/>
          </p:nvPr>
        </p:nvSpPr>
        <p:spPr>
          <a:xfrm>
            <a:off x="2478240" y="307080"/>
            <a:ext cx="879120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 cap="all">
                <a:solidFill>
                  <a:schemeClr val="dk1"/>
                </a:solidFill>
                <a:uFillTx/>
                <a:latin typeface="Tw Cen MT"/>
              </a:rPr>
              <a:t>Script Task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06" name="PlaceHolder 2"/>
          <p:cNvSpPr>
            <a:spLocks noGrp="1"/>
          </p:cNvSpPr>
          <p:nvPr>
            <p:ph type="subTitle"/>
          </p:nvPr>
        </p:nvSpPr>
        <p:spPr>
          <a:xfrm>
            <a:off x="2628720" y="1325880"/>
            <a:ext cx="8791200" cy="50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700" strike="noStrike" u="none" cap="all">
                <a:solidFill>
                  <a:schemeClr val="dk1"/>
                </a:solidFill>
                <a:uFillTx/>
                <a:latin typeface="Tw Cen MT"/>
              </a:rPr>
              <a:t>What is it?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An </a:t>
            </a:r>
            <a:r>
              <a:rPr b="1" lang="en-US" sz="1900" strike="noStrike" u="none" cap="all">
                <a:solidFill>
                  <a:srgbClr val="0070c0"/>
                </a:solidFill>
                <a:uFillTx/>
                <a:latin typeface="Tw Cen MT"/>
              </a:rPr>
              <a:t>automated activity </a:t>
            </a: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in the process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Runs a script </a:t>
            </a:r>
            <a:r>
              <a:rPr b="1" lang="en-US" sz="1900" strike="noStrike" u="none" cap="all">
                <a:solidFill>
                  <a:srgbClr val="0070c0"/>
                </a:solidFill>
                <a:uFillTx/>
                <a:latin typeface="Tw Cen MT"/>
              </a:rPr>
              <a:t>without user interaction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trike="noStrike" u="none" cap="all">
                <a:solidFill>
                  <a:schemeClr val="dk1"/>
                </a:solidFill>
                <a:uFillTx/>
                <a:latin typeface="Tw Cen MT"/>
              </a:rPr>
              <a:t>Use cases: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Logging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Simple calculations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Updating variables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Conditional logic</a:t>
            </a:r>
            <a:r>
              <a:rPr b="0" lang="ru-RU" sz="1900" strike="noStrike" u="none" cap="all">
                <a:solidFill>
                  <a:schemeClr val="lt1"/>
                </a:solidFill>
                <a:uFillTx/>
                <a:latin typeface="Tw Cen MT"/>
              </a:rPr>
              <a:t> 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500" strike="noStrike" u="none" cap="all">
                <a:solidFill>
                  <a:schemeClr val="dk1"/>
                </a:solidFill>
                <a:uFillTx/>
                <a:latin typeface="Tw Cen MT"/>
              </a:rPr>
              <a:t>Script Types:</a:t>
            </a:r>
            <a:br>
              <a:rPr sz="900"/>
            </a:br>
            <a:r>
              <a:rPr b="1" lang="en-US" sz="1900" strike="noStrike" u="none" cap="all">
                <a:solidFill>
                  <a:srgbClr val="0070c0"/>
                </a:solidFill>
                <a:uFillTx/>
                <a:latin typeface="Tw Cen MT"/>
              </a:rPr>
              <a:t>Inline</a:t>
            </a: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 – Write directly in the task</a:t>
            </a:r>
            <a:br>
              <a:rPr sz="1900"/>
            </a:br>
            <a:r>
              <a:rPr b="1" lang="en-US" sz="1900" strike="noStrike" u="none" cap="all">
                <a:solidFill>
                  <a:srgbClr val="0070c0"/>
                </a:solidFill>
                <a:uFillTx/>
                <a:latin typeface="Tw Cen MT"/>
              </a:rPr>
              <a:t>External</a:t>
            </a: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 – Reference a file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trike="noStrike" u="none" cap="all">
                <a:solidFill>
                  <a:schemeClr val="dk1"/>
                </a:solidFill>
                <a:uFillTx/>
                <a:latin typeface="Tw Cen MT"/>
              </a:rPr>
              <a:t>Supported languages: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Groovy 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JavaScript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JRuby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trike="noStrike" u="none" cap="all">
                <a:solidFill>
                  <a:schemeClr val="lt1"/>
                </a:solidFill>
                <a:uFillTx/>
                <a:latin typeface="Tw Cen MT"/>
              </a:rPr>
              <a:t>Jython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07" name="Picture 7" descr=""/>
          <p:cNvPicPr/>
          <p:nvPr/>
        </p:nvPicPr>
        <p:blipFill>
          <a:blip r:embed="rId1"/>
          <a:stretch/>
        </p:blipFill>
        <p:spPr>
          <a:xfrm>
            <a:off x="5258520" y="341640"/>
            <a:ext cx="1013040" cy="81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1973520" y="618480"/>
            <a:ext cx="9073440" cy="4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User Task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909" name="Picture 4" descr=""/>
          <p:cNvPicPr/>
          <p:nvPr/>
        </p:nvPicPr>
        <p:blipFill>
          <a:blip r:embed="rId1"/>
          <a:stretch/>
        </p:blipFill>
        <p:spPr>
          <a:xfrm>
            <a:off x="4823640" y="240120"/>
            <a:ext cx="1599840" cy="12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0" name="PlaceHolder 2"/>
          <p:cNvSpPr>
            <a:spLocks noGrp="1"/>
          </p:cNvSpPr>
          <p:nvPr>
            <p:ph/>
          </p:nvPr>
        </p:nvSpPr>
        <p:spPr>
          <a:xfrm>
            <a:off x="643680" y="2049480"/>
            <a:ext cx="11548080" cy="228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ru-BY" sz="2400" strike="noStrike" u="none">
                <a:solidFill>
                  <a:schemeClr val="dk1"/>
                </a:solidFill>
                <a:uFillTx/>
                <a:latin typeface="Arial"/>
              </a:rPr>
              <a:t>User Task</a:t>
            </a:r>
            <a:r>
              <a:rPr b="0" lang="ru-BY" sz="2400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is done 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by a human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, not by the system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Set the </a:t>
            </a:r>
            <a:r>
              <a:rPr b="1" lang="ru-BY" sz="2400" strike="noStrike" u="none">
                <a:solidFill>
                  <a:schemeClr val="lt1"/>
                </a:solidFill>
                <a:uFillTx/>
                <a:latin typeface="Arial"/>
              </a:rPr>
              <a:t>task type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 to "User Task" and add an </a:t>
            </a:r>
            <a:r>
              <a:rPr b="1" lang="ru-BY" sz="2400" strike="noStrike" u="none">
                <a:solidFill>
                  <a:schemeClr val="lt1"/>
                </a:solidFill>
                <a:uFillTx/>
                <a:latin typeface="Arial"/>
              </a:rPr>
              <a:t>assignee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 (e.g.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 Unicode MS"/>
              </a:rPr>
              <a:t>demo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Tw Cen MT"/>
              </a:rPr>
              <a:t>)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Tasks appear in </a:t>
            </a:r>
            <a:r>
              <a:rPr b="1" lang="ru-BY" sz="2400" strike="noStrike" u="none">
                <a:solidFill>
                  <a:schemeClr val="lt1"/>
                </a:solidFill>
                <a:uFillTx/>
                <a:latin typeface="Arial"/>
              </a:rPr>
              <a:t>Camunda Tasklist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for the assigned user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The 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process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waits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 until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the user completes the task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Supports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Camunda Forms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, custom forms (Angular/React), or </a:t>
            </a:r>
            <a:r>
              <a:rPr b="1" lang="ru-BY" sz="2400" strike="noStrike" u="none">
                <a:solidFill>
                  <a:schemeClr val="lt1"/>
                </a:solidFill>
                <a:uFillTx/>
                <a:latin typeface="Arial"/>
              </a:rPr>
              <a:t>external interfaces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Works great for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human decisions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,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approvals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, and </a:t>
            </a: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manual checks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2338200" y="217440"/>
            <a:ext cx="8914680" cy="117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Service Task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912" name="Picture 3" descr=""/>
          <p:cNvPicPr/>
          <p:nvPr/>
        </p:nvPicPr>
        <p:blipFill>
          <a:blip r:embed="rId1"/>
          <a:stretch/>
        </p:blipFill>
        <p:spPr>
          <a:xfrm>
            <a:off x="5528160" y="217440"/>
            <a:ext cx="1436040" cy="117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3" name="PlaceHolder 2"/>
          <p:cNvSpPr>
            <a:spLocks noGrp="1"/>
          </p:cNvSpPr>
          <p:nvPr>
            <p:ph/>
          </p:nvPr>
        </p:nvSpPr>
        <p:spPr>
          <a:xfrm>
            <a:off x="2338200" y="1398600"/>
            <a:ext cx="8710560" cy="448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defTabSz="914400">
              <a:lnSpc>
                <a:spcPct val="100000"/>
              </a:lnSpc>
              <a:buClr>
                <a:srgbClr val="0070c0"/>
              </a:buClr>
              <a:buFont typeface="Symbol" charset="2"/>
              <a:buChar char=""/>
            </a:pP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Used for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: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Executing system logic automatically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ru-BY" sz="2400" strike="noStrike" u="none">
                <a:solidFill>
                  <a:schemeClr val="lt1"/>
                </a:solidFill>
                <a:uFillTx/>
                <a:latin typeface="Arial"/>
              </a:rPr>
              <a:t>Common uses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: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Has c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all REST API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0070c0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Run Java code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(JavaDelegate)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Work with 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databases or external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systems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ru-BY" sz="2400" strike="noStrike" u="none">
                <a:solidFill>
                  <a:schemeClr val="dk1"/>
                </a:solidFill>
                <a:uFillTx/>
                <a:latin typeface="Arial"/>
              </a:rPr>
              <a:t>Java Class Setup</a:t>
            </a:r>
            <a:r>
              <a:rPr b="0" lang="ru-BY" sz="2400" strike="noStrike" u="none">
                <a:solidFill>
                  <a:schemeClr val="dk1"/>
                </a:solidFill>
                <a:uFillTx/>
                <a:latin typeface="Arial"/>
              </a:rPr>
              <a:t>: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Implement 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 Unicode MS"/>
              </a:rPr>
              <a:t>JavaDelegate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Tw Cen MT"/>
              </a:rPr>
              <a:t> interface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Override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 Unicode MS"/>
              </a:rPr>
              <a:t>execute(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 Unicode MS"/>
              </a:rPr>
              <a:t>DelegateExecution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 Unicode MS"/>
              </a:rPr>
              <a:t> execution)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Add 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full class name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in Modeler (e.g.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 Unicode MS"/>
              </a:rPr>
              <a:t>com.example.MyService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Tw Cen MT"/>
              </a:rPr>
              <a:t>)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/>
          </p:cNvSpPr>
          <p:nvPr>
            <p:ph type="title"/>
          </p:nvPr>
        </p:nvSpPr>
        <p:spPr>
          <a:xfrm>
            <a:off x="4710960" y="495720"/>
            <a:ext cx="1066680" cy="106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DMN  </a:t>
            </a:r>
            <a:r>
              <a:rPr b="0" lang="en-US" sz="3600" strike="noStrike" u="none" cap="all">
                <a:solidFill>
                  <a:schemeClr val="lt1"/>
                </a:solidFill>
                <a:uFillTx/>
                <a:latin typeface="Tw Cen MT"/>
              </a:rPr>
              <a:t> 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915" name="Picture 3" descr=""/>
          <p:cNvPicPr/>
          <p:nvPr/>
        </p:nvPicPr>
        <p:blipFill>
          <a:blip r:embed="rId1"/>
          <a:stretch/>
        </p:blipFill>
        <p:spPr>
          <a:xfrm>
            <a:off x="6095880" y="379080"/>
            <a:ext cx="1066680" cy="8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6" name="PlaceHolder 2"/>
          <p:cNvSpPr>
            <a:spLocks noGrp="1"/>
          </p:cNvSpPr>
          <p:nvPr>
            <p:ph/>
          </p:nvPr>
        </p:nvSpPr>
        <p:spPr>
          <a:xfrm>
            <a:off x="995400" y="762480"/>
            <a:ext cx="10930320" cy="8169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ru-BY" sz="2400" strike="noStrike" u="none">
                <a:solidFill>
                  <a:schemeClr val="dk1"/>
                </a:solidFill>
                <a:uFillTx/>
                <a:latin typeface="Arial"/>
              </a:rPr>
              <a:t>What is DMN</a:t>
            </a:r>
            <a:r>
              <a:rPr b="1" lang="en-US" sz="1800" strike="noStrike" u="none">
                <a:solidFill>
                  <a:schemeClr val="lt1"/>
                </a:solidFill>
                <a:uFillTx/>
                <a:latin typeface="Arial"/>
              </a:rPr>
              <a:t> ?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1800"/>
            </a:b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A </a:t>
            </a:r>
            <a:r>
              <a:rPr b="0" lang="ru-BY" sz="2400" strike="noStrike" u="none">
                <a:solidFill>
                  <a:srgbClr val="0070c0"/>
                </a:solidFill>
                <a:uFillTx/>
                <a:latin typeface="Arial"/>
              </a:rPr>
              <a:t>table-based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 way to define business rules (by OMG), used instead of complex if-else logic in BPMN.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ru-BY" sz="2400" strike="noStrike" u="none">
                <a:solidFill>
                  <a:schemeClr val="dk1"/>
                </a:solidFill>
                <a:uFillTx/>
                <a:latin typeface="Arial"/>
              </a:rPr>
              <a:t>Why use it?</a:t>
            </a:r>
            <a:br>
              <a:rPr sz="2400"/>
            </a:b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✅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 Easy to read and maintain</a:t>
            </a:r>
            <a:br>
              <a:rPr sz="2400"/>
            </a:b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✅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Business-friendly (supports FEEL language)</a:t>
            </a:r>
            <a:br>
              <a:rPr sz="2400"/>
            </a:b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✅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 Rules can be changed without touching the process model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  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w Cen MT"/>
              </a:rPr>
              <a:t>Hit Policy Types: 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Arial Unicode MS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FIRST: </a:t>
            </a: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First match is taken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ANY: </a:t>
            </a: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All matches must return the same result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COLLECT: </a:t>
            </a: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Gather multiple results (use SUM, MAX, etc.)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RULE ORDER: </a:t>
            </a: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Return all matches in order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UNIQUE: </a:t>
            </a: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Only one rule matches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/>
          </p:cNvSpPr>
          <p:nvPr>
            <p:ph type="title"/>
          </p:nvPr>
        </p:nvSpPr>
        <p:spPr>
          <a:xfrm>
            <a:off x="3275640" y="618480"/>
            <a:ext cx="777132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DMN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918" name="Content Placeholder 5" descr=""/>
          <p:cNvPicPr/>
          <p:nvPr/>
        </p:nvPicPr>
        <p:blipFill>
          <a:blip r:embed="rId1"/>
          <a:stretch/>
        </p:blipFill>
        <p:spPr>
          <a:xfrm>
            <a:off x="0" y="1657440"/>
            <a:ext cx="12052440" cy="504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 type="title"/>
          </p:nvPr>
        </p:nvSpPr>
        <p:spPr>
          <a:xfrm>
            <a:off x="3062880" y="443160"/>
            <a:ext cx="3314520" cy="77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Message task 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20" name="PlaceHolder 2"/>
          <p:cNvSpPr>
            <a:spLocks noGrp="1"/>
          </p:cNvSpPr>
          <p:nvPr>
            <p:ph/>
          </p:nvPr>
        </p:nvSpPr>
        <p:spPr>
          <a:xfrm>
            <a:off x="1141560" y="1357920"/>
            <a:ext cx="9905760" cy="549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1" lang="en-US" sz="2600" strike="noStrike" u="none">
                <a:solidFill>
                  <a:schemeClr val="lt1"/>
                </a:solidFill>
                <a:uFillTx/>
                <a:latin typeface="Tw Cen MT"/>
              </a:rPr>
              <a:t>Key Points</a:t>
            </a:r>
            <a:r>
              <a:rPr b="1" lang="ru-RU" sz="2600" strike="noStrike" u="none">
                <a:solidFill>
                  <a:schemeClr val="lt1"/>
                </a:solidFill>
                <a:uFillTx/>
                <a:latin typeface="Tw Cen MT"/>
              </a:rPr>
              <a:t>:</a:t>
            </a:r>
            <a:endParaRPr b="0" lang="en-US" sz="2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70c0"/>
              </a:buClr>
              <a:buSzPct val="125000"/>
              <a:buFont typeface="Arial"/>
              <a:buChar char="•"/>
            </a:pPr>
            <a:r>
              <a:rPr b="1" lang="en-US" sz="2600" strike="noStrike" u="none">
                <a:solidFill>
                  <a:srgbClr val="0070c0"/>
                </a:solidFill>
                <a:uFillTx/>
                <a:latin typeface="Tw Cen MT"/>
              </a:rPr>
              <a:t> </a:t>
            </a:r>
            <a:r>
              <a:rPr b="1" lang="en-US" sz="2600" strike="noStrike" u="none">
                <a:solidFill>
                  <a:srgbClr val="0070c0"/>
                </a:solidFill>
                <a:uFillTx/>
                <a:latin typeface="Tw Cen MT"/>
              </a:rPr>
              <a:t>Send Task</a:t>
            </a:r>
            <a:r>
              <a:rPr b="0" lang="en-US" sz="2600" strike="noStrike" u="none">
                <a:solidFill>
                  <a:schemeClr val="lt1"/>
                </a:solidFill>
                <a:uFillTx/>
                <a:latin typeface="Tw Cen MT"/>
              </a:rPr>
              <a:t>: Sends a message to another process or service</a:t>
            </a:r>
            <a:endParaRPr b="0" lang="en-US" sz="2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1" lang="en-US" sz="2600" strike="noStrike" u="none">
                <a:solidFill>
                  <a:schemeClr val="lt1"/>
                </a:solidFill>
                <a:uFillTx/>
                <a:latin typeface="Tw Cen MT"/>
              </a:rPr>
              <a:t> </a:t>
            </a:r>
            <a:r>
              <a:rPr b="1" lang="en-US" sz="2600" strike="noStrike" u="none">
                <a:solidFill>
                  <a:srgbClr val="0070c0"/>
                </a:solidFill>
                <a:uFillTx/>
                <a:latin typeface="Tw Cen MT"/>
              </a:rPr>
              <a:t>Receive Task</a:t>
            </a:r>
            <a:r>
              <a:rPr b="0" lang="en-US" sz="2600" strike="noStrike" u="none">
                <a:solidFill>
                  <a:srgbClr val="0070c0"/>
                </a:solidFill>
                <a:uFillTx/>
                <a:latin typeface="Tw Cen MT"/>
              </a:rPr>
              <a:t>: </a:t>
            </a:r>
            <a:r>
              <a:rPr b="0" lang="en-US" sz="2600" strike="noStrike" u="none">
                <a:solidFill>
                  <a:schemeClr val="lt1"/>
                </a:solidFill>
                <a:uFillTx/>
                <a:latin typeface="Tw Cen MT"/>
              </a:rPr>
              <a:t>Waits for a message to continue the process</a:t>
            </a:r>
            <a:endParaRPr b="0" lang="en-US" sz="2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1" lang="en-US" sz="2600" strike="noStrike" u="none">
                <a:solidFill>
                  <a:schemeClr val="lt1"/>
                </a:solidFill>
                <a:uFillTx/>
                <a:latin typeface="Tw Cen MT"/>
              </a:rPr>
              <a:t> </a:t>
            </a:r>
            <a:r>
              <a:rPr b="1" lang="en-US" sz="2600" strike="noStrike" u="none">
                <a:solidFill>
                  <a:srgbClr val="0070c0"/>
                </a:solidFill>
                <a:uFillTx/>
                <a:latin typeface="Tw Cen MT"/>
              </a:rPr>
              <a:t>Message Start Event: </a:t>
            </a:r>
            <a:r>
              <a:rPr b="0" lang="en-US" sz="2600" strike="noStrike" u="none">
                <a:solidFill>
                  <a:schemeClr val="lt1"/>
                </a:solidFill>
                <a:uFillTx/>
                <a:latin typeface="Tw Cen MT"/>
              </a:rPr>
              <a:t>Starts a process when a message is received</a:t>
            </a:r>
            <a:endParaRPr b="0" lang="en-US" sz="2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1" lang="en-US" sz="2600" strike="noStrike" u="none">
                <a:solidFill>
                  <a:schemeClr val="lt1"/>
                </a:solidFill>
                <a:uFillTx/>
                <a:latin typeface="Tw Cen MT"/>
              </a:rPr>
              <a:t> </a:t>
            </a:r>
            <a:r>
              <a:rPr b="1" lang="en-US" sz="2600" strike="noStrike" u="none">
                <a:solidFill>
                  <a:srgbClr val="0070c0"/>
                </a:solidFill>
                <a:uFillTx/>
                <a:latin typeface="Tw Cen MT"/>
              </a:rPr>
              <a:t>Intermediate Message Event: </a:t>
            </a:r>
            <a:r>
              <a:rPr b="0" lang="en-US" sz="2600" strike="noStrike" u="none">
                <a:solidFill>
                  <a:schemeClr val="lt1"/>
                </a:solidFill>
                <a:uFillTx/>
                <a:latin typeface="Tw Cen MT"/>
              </a:rPr>
              <a:t>Waits for a message during the process</a:t>
            </a:r>
            <a:endParaRPr b="0" lang="en-US" sz="2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600" strike="noStrike" u="none">
                <a:solidFill>
                  <a:schemeClr val="lt1"/>
                </a:solidFill>
                <a:uFillTx/>
                <a:latin typeface="Tw Cen MT"/>
              </a:rPr>
              <a:t>Why Use Message Task?</a:t>
            </a:r>
            <a:endParaRPr b="0" lang="en-US" sz="2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00000"/>
              </a:lnSpc>
              <a:buClr>
                <a:srgbClr val="ffff00"/>
              </a:buClr>
              <a:buFont typeface="Arial"/>
              <a:buChar char="•"/>
            </a:pPr>
            <a:r>
              <a:rPr b="1" lang="en-US" sz="2600" strike="noStrike" u="none">
                <a:solidFill>
                  <a:srgbClr val="ffff00"/>
                </a:solidFill>
                <a:uFillTx/>
                <a:latin typeface="Tw Cen MT"/>
              </a:rPr>
              <a:t> </a:t>
            </a:r>
            <a:r>
              <a:rPr b="1" lang="ru-BY" sz="2600" strike="noStrike" u="none">
                <a:solidFill>
                  <a:srgbClr val="ffff00"/>
                </a:solidFill>
                <a:uFillTx/>
                <a:latin typeface="Tw Cen MT"/>
              </a:rPr>
              <a:t>Connect different pools </a:t>
            </a:r>
            <a:r>
              <a:rPr b="0" lang="ru-BY" sz="2600" strike="noStrike" u="none">
                <a:solidFill>
                  <a:schemeClr val="lt1"/>
                </a:solidFill>
                <a:uFillTx/>
                <a:latin typeface="Tw Cen MT"/>
              </a:rPr>
              <a:t>(departments, services)</a:t>
            </a:r>
            <a:endParaRPr b="0" lang="en-US" sz="2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10000"/>
              </a:lnSpc>
              <a:buClr>
                <a:srgbClr val="ffff00"/>
              </a:buClr>
              <a:buFont typeface="Arial"/>
              <a:buChar char="•"/>
            </a:pPr>
            <a:r>
              <a:rPr b="1" lang="en-US" sz="2600" strike="noStrike" u="none">
                <a:solidFill>
                  <a:srgbClr val="ffff00"/>
                </a:solidFill>
                <a:uFillTx/>
                <a:latin typeface="Tw Cen MT"/>
              </a:rPr>
              <a:t> </a:t>
            </a:r>
            <a:r>
              <a:rPr b="1" lang="ru-BY" sz="2600" strike="noStrike" u="none">
                <a:solidFill>
                  <a:srgbClr val="ffff00"/>
                </a:solidFill>
                <a:uFillTx/>
                <a:latin typeface="Tw Cen MT"/>
              </a:rPr>
              <a:t>Support async communication </a:t>
            </a:r>
            <a:r>
              <a:rPr b="0" lang="ru-BY" sz="2600" strike="noStrike" u="none">
                <a:solidFill>
                  <a:schemeClr val="lt1"/>
                </a:solidFill>
                <a:uFillTx/>
                <a:latin typeface="Tw Cen MT"/>
              </a:rPr>
              <a:t>(no need to wait)</a:t>
            </a:r>
            <a:endParaRPr b="0" lang="en-US" sz="2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2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lt1"/>
                </a:solidFill>
                <a:uFillTx/>
                <a:latin typeface="Tw Cen MT"/>
              </a:rPr>
              <a:t> </a:t>
            </a:r>
            <a:r>
              <a:rPr b="0" lang="ru-BY" sz="2600" strike="noStrike" u="none">
                <a:solidFill>
                  <a:schemeClr val="lt1"/>
                </a:solidFill>
                <a:uFillTx/>
                <a:latin typeface="Tw Cen MT"/>
              </a:rPr>
              <a:t>Useful for </a:t>
            </a:r>
            <a:r>
              <a:rPr b="1" lang="ru-BY" sz="2600" strike="noStrike" u="none">
                <a:solidFill>
                  <a:srgbClr val="ffff00"/>
                </a:solidFill>
                <a:uFillTx/>
                <a:latin typeface="Tw Cen MT"/>
              </a:rPr>
              <a:t>microservices and event-driven </a:t>
            </a:r>
            <a:r>
              <a:rPr b="0" lang="ru-BY" sz="2600" strike="noStrike" u="none">
                <a:solidFill>
                  <a:schemeClr val="lt1"/>
                </a:solidFill>
                <a:uFillTx/>
                <a:latin typeface="Tw Cen MT"/>
              </a:rPr>
              <a:t>flows</a:t>
            </a:r>
            <a:endParaRPr b="0" lang="en-US" sz="2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defTabSz="914400">
              <a:lnSpc>
                <a:spcPct val="12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lt1"/>
                </a:solidFill>
                <a:uFillTx/>
                <a:latin typeface="Tw Cen MT"/>
              </a:rPr>
              <a:t> </a:t>
            </a:r>
            <a:r>
              <a:rPr b="0" lang="en-US" sz="2600" strike="noStrike" u="none">
                <a:solidFill>
                  <a:schemeClr val="lt1"/>
                </a:solidFill>
                <a:uFillTx/>
                <a:latin typeface="Tw Cen MT"/>
              </a:rPr>
              <a:t>Can also send messages </a:t>
            </a:r>
            <a:r>
              <a:rPr b="0" lang="en-US" sz="2600" strike="noStrike" u="none">
                <a:solidFill>
                  <a:srgbClr val="ffff00"/>
                </a:solidFill>
                <a:uFillTx/>
                <a:latin typeface="Tw Cen MT"/>
              </a:rPr>
              <a:t>using REST API  </a:t>
            </a:r>
            <a:endParaRPr b="0" lang="en-US" sz="2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9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9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9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921" name="Picture 3" descr=""/>
          <p:cNvPicPr/>
          <p:nvPr/>
        </p:nvPicPr>
        <p:blipFill>
          <a:blip r:embed="rId1"/>
          <a:stretch/>
        </p:blipFill>
        <p:spPr>
          <a:xfrm>
            <a:off x="6766920" y="443160"/>
            <a:ext cx="3634560" cy="91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/>
          </p:cNvSpPr>
          <p:nvPr>
            <p:ph type="title"/>
          </p:nvPr>
        </p:nvSpPr>
        <p:spPr>
          <a:xfrm>
            <a:off x="3484080" y="618480"/>
            <a:ext cx="289332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Lane &amp; pool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23" name="PlaceHolder 2"/>
          <p:cNvSpPr>
            <a:spLocks noGrp="1"/>
          </p:cNvSpPr>
          <p:nvPr>
            <p:ph/>
          </p:nvPr>
        </p:nvSpPr>
        <p:spPr>
          <a:xfrm>
            <a:off x="1141560" y="1449000"/>
            <a:ext cx="9905760" cy="51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70c0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rgbClr val="0070c0"/>
                </a:solidFill>
                <a:uFillTx/>
                <a:latin typeface="Tw Cen MT"/>
              </a:rPr>
              <a:t>Pool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- Represents a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Tw Cen MT"/>
              </a:rPr>
              <a:t>participant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70c0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rgbClr val="0070c0"/>
                </a:solidFill>
                <a:uFillTx/>
                <a:latin typeface="Tw Cen MT"/>
              </a:rPr>
              <a:t>Lane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 - Sub-part of a Pool for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Tw Cen MT"/>
              </a:rPr>
              <a:t>roles or teams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00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Why Use Them?  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00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Features: 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924" name="Picture 3" descr=""/>
          <p:cNvPicPr/>
          <p:nvPr/>
        </p:nvPicPr>
        <p:blipFill>
          <a:blip r:embed="rId1"/>
          <a:stretch/>
        </p:blipFill>
        <p:spPr>
          <a:xfrm>
            <a:off x="6836760" y="618480"/>
            <a:ext cx="1809000" cy="83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5" name="Rectangle 2"/>
          <p:cNvSpPr/>
          <p:nvPr/>
        </p:nvSpPr>
        <p:spPr>
          <a:xfrm>
            <a:off x="4026240" y="3118680"/>
            <a:ext cx="69998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Clear </a:t>
            </a:r>
            <a:r>
              <a:rPr b="1" lang="ru-BY" sz="2400" strike="noStrike" u="none">
                <a:solidFill>
                  <a:srgbClr val="ffff00"/>
                </a:solidFill>
                <a:uFillTx/>
                <a:latin typeface="Arial"/>
              </a:rPr>
              <a:t>separation of responsibilities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Useful for </a:t>
            </a:r>
            <a:r>
              <a:rPr b="1" lang="ru-BY" sz="2400" strike="noStrike" u="none">
                <a:solidFill>
                  <a:srgbClr val="ffff00"/>
                </a:solidFill>
                <a:uFillTx/>
                <a:latin typeface="Arial"/>
              </a:rPr>
              <a:t>collaboration</a:t>
            </a: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 and multi-role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processes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26" name="Rectangle 4"/>
          <p:cNvSpPr/>
          <p:nvPr/>
        </p:nvSpPr>
        <p:spPr>
          <a:xfrm>
            <a:off x="3039840" y="4272480"/>
            <a:ext cx="7713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914400" defTabSz="914400">
              <a:lnSpc>
                <a:spcPct val="100000"/>
              </a:lnSpc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Use </a:t>
            </a:r>
            <a:r>
              <a:rPr b="1" lang="ru-BY" sz="2400" strike="noStrike" u="none">
                <a:solidFill>
                  <a:srgbClr val="ffff00"/>
                </a:solidFill>
                <a:uFillTx/>
                <a:latin typeface="Arial"/>
              </a:rPr>
              <a:t>Link Events</a:t>
            </a: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to connect lanes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Arial"/>
              </a:rPr>
              <a:t>           </a:t>
            </a: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Use </a:t>
            </a:r>
            <a:r>
              <a:rPr b="1" lang="ru-BY" sz="2400" strike="noStrike" u="none">
                <a:solidFill>
                  <a:srgbClr val="ffff00"/>
                </a:solidFill>
                <a:uFillTx/>
                <a:latin typeface="Arial"/>
              </a:rPr>
              <a:t>Message Flows</a:t>
            </a:r>
            <a:r>
              <a:rPr b="0" lang="ru-BY" sz="2400" strike="noStrike" u="none">
                <a:solidFill>
                  <a:srgbClr val="ffff00"/>
                </a:solidFill>
                <a:uFillTx/>
                <a:latin typeface="Arial"/>
              </a:rPr>
              <a:t> </a:t>
            </a:r>
            <a:r>
              <a:rPr b="0" lang="ru-BY" sz="2400" strike="noStrike" u="none">
                <a:solidFill>
                  <a:schemeClr val="lt1"/>
                </a:solidFill>
                <a:uFillTx/>
                <a:latin typeface="Arial"/>
              </a:rPr>
              <a:t>between Pools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title"/>
          </p:nvPr>
        </p:nvSpPr>
        <p:spPr>
          <a:xfrm>
            <a:off x="3182400" y="218520"/>
            <a:ext cx="2978280" cy="11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Call activity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28" name="PlaceHolder 2"/>
          <p:cNvSpPr>
            <a:spLocks noGrp="1"/>
          </p:cNvSpPr>
          <p:nvPr>
            <p:ph/>
          </p:nvPr>
        </p:nvSpPr>
        <p:spPr>
          <a:xfrm>
            <a:off x="668520" y="1472040"/>
            <a:ext cx="3616920" cy="49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70c0"/>
              </a:buClr>
              <a:buSzPct val="125000"/>
              <a:buFont typeface="Arial"/>
              <a:buChar char="•"/>
            </a:pPr>
            <a:r>
              <a:rPr b="1" lang="en-US" sz="2400" strike="noStrike" u="none">
                <a:solidFill>
                  <a:srgbClr val="0070c0"/>
                </a:solidFill>
                <a:uFillTx/>
                <a:latin typeface="Tw Cen MT"/>
              </a:rPr>
              <a:t>Call Activity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00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Calls </a:t>
            </a:r>
            <a:r>
              <a:rPr b="1" lang="en-US" sz="2400" strike="noStrike" u="none">
                <a:solidFill>
                  <a:srgbClr val="ffff00"/>
                </a:solidFill>
                <a:uFillTx/>
                <a:latin typeface="Tw Cen MT"/>
              </a:rPr>
              <a:t>another BPMN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Tw Cen MT"/>
              </a:rPr>
              <a:t>process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Used for 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reusing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 existing logic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00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Starts a separate process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Tw Cen MT"/>
              </a:rPr>
              <a:t>instance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Set “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Called Element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” in Modeler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929" name="Picture 3" descr=""/>
          <p:cNvPicPr/>
          <p:nvPr/>
        </p:nvPicPr>
        <p:blipFill>
          <a:blip r:embed="rId1"/>
          <a:stretch/>
        </p:blipFill>
        <p:spPr>
          <a:xfrm>
            <a:off x="6161400" y="318600"/>
            <a:ext cx="3992760" cy="95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0" name="Content Placeholder 2"/>
          <p:cNvSpPr/>
          <p:nvPr/>
        </p:nvSpPr>
        <p:spPr>
          <a:xfrm>
            <a:off x="8072640" y="1472040"/>
            <a:ext cx="3992760" cy="49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70c0"/>
              </a:buClr>
              <a:buSzPct val="125000"/>
              <a:buFont typeface="Arial"/>
              <a:buChar char="•"/>
            </a:pPr>
            <a:r>
              <a:rPr b="1" lang="en-US" sz="2400" strike="noStrike" u="none">
                <a:solidFill>
                  <a:srgbClr val="0070c0"/>
                </a:solidFill>
                <a:uFillTx/>
                <a:latin typeface="Tw Cen MT"/>
              </a:rPr>
              <a:t>⚡ </a:t>
            </a:r>
            <a:r>
              <a:rPr b="1" lang="en-US" sz="2400" strike="noStrike" u="none">
                <a:solidFill>
                  <a:srgbClr val="0070c0"/>
                </a:solidFill>
                <a:uFillTx/>
                <a:latin typeface="Tw Cen MT"/>
              </a:rPr>
              <a:t>Event-based Subprocess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00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Triggers on event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: message, timer, signal, etc.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Can run 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any time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during the main process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Used for 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errors, interruptions, or messages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31" name="Content Placeholder 2"/>
          <p:cNvSpPr/>
          <p:nvPr/>
        </p:nvSpPr>
        <p:spPr>
          <a:xfrm>
            <a:off x="4119120" y="1472040"/>
            <a:ext cx="4038120" cy="49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70c0"/>
              </a:buClr>
              <a:buSzPct val="125000"/>
              <a:buFont typeface="Arial"/>
              <a:buChar char="•"/>
            </a:pPr>
            <a:r>
              <a:rPr b="1" lang="en-US" sz="2400" strike="noStrike" u="none">
                <a:solidFill>
                  <a:srgbClr val="0070c0"/>
                </a:solidFill>
                <a:uFillTx/>
                <a:latin typeface="Tw Cen MT"/>
              </a:rPr>
              <a:t>📦 </a:t>
            </a:r>
            <a:r>
              <a:rPr b="1" lang="en-US" sz="2400" strike="noStrike" u="none">
                <a:solidFill>
                  <a:srgbClr val="0070c0"/>
                </a:solidFill>
                <a:uFillTx/>
                <a:latin typeface="Tw Cen MT"/>
              </a:rPr>
              <a:t>Embedded Subprocess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00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Built into the same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diagram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Has 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own start/end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, tasks, gateways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Great for 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grouping logic locally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00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No separate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process instance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Picture 4" descr=""/>
          <p:cNvPicPr/>
          <p:nvPr/>
        </p:nvPicPr>
        <p:blipFill>
          <a:blip r:embed="rId1"/>
          <a:stretch/>
        </p:blipFill>
        <p:spPr>
          <a:xfrm>
            <a:off x="7032960" y="351360"/>
            <a:ext cx="372960" cy="39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3" name="PlaceHolder 1"/>
          <p:cNvSpPr>
            <a:spLocks noGrp="1"/>
          </p:cNvSpPr>
          <p:nvPr>
            <p:ph type="title"/>
          </p:nvPr>
        </p:nvSpPr>
        <p:spPr>
          <a:xfrm>
            <a:off x="4821480" y="226080"/>
            <a:ext cx="1432440" cy="81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Error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34" name="PlaceHolder 2"/>
          <p:cNvSpPr>
            <a:spLocks noGrp="1"/>
          </p:cNvSpPr>
          <p:nvPr>
            <p:ph/>
          </p:nvPr>
        </p:nvSpPr>
        <p:spPr>
          <a:xfrm>
            <a:off x="887040" y="14198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 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935" name="Picture 3" descr=""/>
          <p:cNvPicPr/>
          <p:nvPr/>
        </p:nvPicPr>
        <p:blipFill>
          <a:blip r:embed="rId2"/>
          <a:stretch/>
        </p:blipFill>
        <p:spPr>
          <a:xfrm>
            <a:off x="6345720" y="343800"/>
            <a:ext cx="441720" cy="40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6" name="Picture 5" descr=""/>
          <p:cNvPicPr/>
          <p:nvPr/>
        </p:nvPicPr>
        <p:blipFill>
          <a:blip r:embed="rId3"/>
          <a:stretch/>
        </p:blipFill>
        <p:spPr>
          <a:xfrm>
            <a:off x="7651440" y="336240"/>
            <a:ext cx="441720" cy="4111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937" name="Table 11"/>
          <p:cNvGraphicFramePr/>
          <p:nvPr/>
        </p:nvGraphicFramePr>
        <p:xfrm>
          <a:off x="1075320" y="1713240"/>
          <a:ext cx="9905760" cy="507960"/>
        </p:xfrm>
        <a:graphic>
          <a:graphicData uri="http://schemas.openxmlformats.org/drawingml/2006/table">
            <a:tbl>
              <a:tblPr/>
              <a:tblGrid>
                <a:gridCol w="990576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rgbClr val="0070c0"/>
                          </a:solidFill>
                          <a:uFillTx/>
                          <a:latin typeface="Tw Cen MT"/>
                        </a:rPr>
                        <a:t>Error Handling</a:t>
                      </a:r>
                      <a:endParaRPr b="0" lang="en-US" sz="2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38" name="Table 12"/>
          <p:cNvGraphicFramePr/>
          <p:nvPr/>
        </p:nvGraphicFramePr>
        <p:xfrm>
          <a:off x="3831120" y="1741320"/>
          <a:ext cx="7284960" cy="924120"/>
        </p:xfrm>
        <a:graphic>
          <a:graphicData uri="http://schemas.openxmlformats.org/drawingml/2006/table">
            <a:tbl>
              <a:tblPr/>
              <a:tblGrid>
                <a:gridCol w="728532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chemeClr val="lt1"/>
                          </a:solidFill>
                          <a:uFillTx/>
                          <a:latin typeface="Tw Cen MT"/>
                        </a:rPr>
                        <a:t>Managing </a:t>
                      </a:r>
                      <a:r>
                        <a:rPr b="0" lang="en-US" sz="2400" strike="noStrike" u="none">
                          <a:solidFill>
                            <a:srgbClr val="ffff00"/>
                          </a:solidFill>
                          <a:uFillTx/>
                          <a:latin typeface="Tw Cen MT"/>
                        </a:rPr>
                        <a:t>what happens </a:t>
                      </a:r>
                      <a:r>
                        <a:rPr b="0" lang="en-US" sz="2400" strike="noStrike" u="none">
                          <a:solidFill>
                            <a:schemeClr val="lt1"/>
                          </a:solidFill>
                          <a:uFillTx/>
                          <a:latin typeface="Tw Cen MT"/>
                        </a:rPr>
                        <a:t>when something goes wrong</a:t>
                      </a:r>
                      <a:endParaRPr b="0" lang="en-US" sz="2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39" name="Rectangle 13"/>
          <p:cNvSpPr/>
          <p:nvPr/>
        </p:nvSpPr>
        <p:spPr>
          <a:xfrm>
            <a:off x="1030320" y="2253240"/>
            <a:ext cx="3277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0070c0"/>
                </a:solidFill>
                <a:uFillTx/>
                <a:latin typeface="Tw Cen MT"/>
              </a:rPr>
              <a:t>Boundary Error Event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0" name="Rectangle 14"/>
          <p:cNvSpPr/>
          <p:nvPr/>
        </p:nvSpPr>
        <p:spPr>
          <a:xfrm>
            <a:off x="3553200" y="2336040"/>
            <a:ext cx="3805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Catches error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from a task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1" name="Rectangle 15"/>
          <p:cNvSpPr/>
          <p:nvPr/>
        </p:nvSpPr>
        <p:spPr>
          <a:xfrm>
            <a:off x="1030320" y="2966400"/>
            <a:ext cx="2768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0070c0"/>
                </a:solidFill>
                <a:uFillTx/>
                <a:latin typeface="Tw Cen MT"/>
              </a:rPr>
              <a:t>Error End Event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2" name="Rectangle 16"/>
          <p:cNvSpPr/>
          <p:nvPr/>
        </p:nvSpPr>
        <p:spPr>
          <a:xfrm>
            <a:off x="3679560" y="2966400"/>
            <a:ext cx="2286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Sends an error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3" name="Rectangle 17"/>
          <p:cNvSpPr/>
          <p:nvPr/>
        </p:nvSpPr>
        <p:spPr>
          <a:xfrm>
            <a:off x="811440" y="3638520"/>
            <a:ext cx="2698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0070c0"/>
                </a:solidFill>
                <a:uFillTx/>
                <a:latin typeface="Tw Cen MT"/>
              </a:rPr>
              <a:t>Event Subprocess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4" name="Rectangle 18"/>
          <p:cNvSpPr/>
          <p:nvPr/>
        </p:nvSpPr>
        <p:spPr>
          <a:xfrm>
            <a:off x="3270960" y="3628080"/>
            <a:ext cx="6631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Reacts to error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from anywhere in the process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5" name="Rectangle 19"/>
          <p:cNvSpPr/>
          <p:nvPr/>
        </p:nvSpPr>
        <p:spPr>
          <a:xfrm>
            <a:off x="931680" y="4300200"/>
            <a:ext cx="1720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0070c0"/>
                </a:solidFill>
                <a:uFillTx/>
                <a:latin typeface="Tw Cen MT"/>
              </a:rPr>
              <a:t>Error Code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6" name="Rectangle 20"/>
          <p:cNvSpPr/>
          <p:nvPr/>
        </p:nvSpPr>
        <p:spPr>
          <a:xfrm>
            <a:off x="3424680" y="4310640"/>
            <a:ext cx="4638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Links the error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and the handler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title"/>
          </p:nvPr>
        </p:nvSpPr>
        <p:spPr>
          <a:xfrm>
            <a:off x="1319760" y="55080"/>
            <a:ext cx="609552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Transactions &amp; Asynchronous Flags in Camunda BPM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48" name="PlaceHolder 2"/>
          <p:cNvSpPr>
            <a:spLocks noGrp="1"/>
          </p:cNvSpPr>
          <p:nvPr>
            <p:ph/>
          </p:nvPr>
        </p:nvSpPr>
        <p:spPr>
          <a:xfrm>
            <a:off x="104400" y="1401120"/>
            <a:ext cx="5843520" cy="22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70c0"/>
              </a:buClr>
              <a:buSzPct val="125000"/>
              <a:buFont typeface="Arial"/>
              <a:buChar char="•"/>
            </a:pPr>
            <a:r>
              <a:rPr b="1" lang="en-US" sz="2400" strike="noStrike" u="none">
                <a:solidFill>
                  <a:srgbClr val="0070c0"/>
                </a:solidFill>
                <a:uFillTx/>
                <a:latin typeface="Tw Cen MT"/>
              </a:rPr>
              <a:t>What is a Transaction?</a:t>
            </a:r>
            <a:br>
              <a:rPr sz="2400"/>
            </a:b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A part of the process between two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Tw Cen MT"/>
              </a:rPr>
              <a:t>wait states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 (User Task, Timer). If something fails inside – everything is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Tw Cen MT"/>
              </a:rPr>
              <a:t>rolled back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.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49" name="Content Placeholder 2"/>
          <p:cNvSpPr/>
          <p:nvPr/>
        </p:nvSpPr>
        <p:spPr>
          <a:xfrm>
            <a:off x="5703120" y="4416480"/>
            <a:ext cx="6210360" cy="22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70c0"/>
              </a:buClr>
              <a:buSzPct val="125000"/>
              <a:buFont typeface="Arial"/>
              <a:buChar char="•"/>
            </a:pPr>
            <a:r>
              <a:rPr b="1" lang="en-US" sz="2400" strike="noStrike" u="none">
                <a:solidFill>
                  <a:srgbClr val="0070c0"/>
                </a:solidFill>
                <a:uFillTx/>
                <a:latin typeface="Tw Cen MT"/>
              </a:rPr>
              <a:t>Asynchronous After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Adds a 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boundary </a:t>
            </a:r>
            <a:r>
              <a:rPr b="1" lang="en-US" sz="2400" strike="noStrike" u="none">
                <a:solidFill>
                  <a:srgbClr val="ffff00"/>
                </a:solidFill>
                <a:uFillTx/>
                <a:latin typeface="Tw Cen MT"/>
              </a:rPr>
              <a:t>after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the task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The task completes, but 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next steps run in a new transaction 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50" name="Content Placeholder 2"/>
          <p:cNvSpPr/>
          <p:nvPr/>
        </p:nvSpPr>
        <p:spPr>
          <a:xfrm>
            <a:off x="212040" y="3578400"/>
            <a:ext cx="4623480" cy="24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70c0"/>
              </a:buClr>
              <a:buSzPct val="125000"/>
              <a:buFont typeface="Arial"/>
              <a:buChar char="•"/>
            </a:pPr>
            <a:r>
              <a:rPr b="1" lang="en-US" sz="2000" strike="noStrike" u="none">
                <a:solidFill>
                  <a:srgbClr val="0070c0"/>
                </a:solidFill>
                <a:uFillTx/>
                <a:latin typeface="Tw Cen MT"/>
              </a:rPr>
              <a:t>Why Use Asynchronous Flags?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Prevent full rollback of process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Enable </a:t>
            </a:r>
            <a:r>
              <a:rPr b="1" lang="en-US" sz="2000" strike="noStrike" u="none">
                <a:solidFill>
                  <a:schemeClr val="lt1"/>
                </a:solidFill>
                <a:uFillTx/>
                <a:latin typeface="Tw Cen MT"/>
              </a:rPr>
              <a:t>retry</a:t>
            </a: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 if task fails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Required for </a:t>
            </a:r>
            <a:r>
              <a:rPr b="1" lang="en-US" sz="2000" strike="noStrike" u="none">
                <a:solidFill>
                  <a:schemeClr val="lt1"/>
                </a:solidFill>
                <a:uFillTx/>
                <a:latin typeface="Tw Cen MT"/>
              </a:rPr>
              <a:t>parallel</a:t>
            </a: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 or </a:t>
            </a:r>
            <a:r>
              <a:rPr b="1" lang="en-US" sz="2000" strike="noStrike" u="none">
                <a:solidFill>
                  <a:schemeClr val="lt1"/>
                </a:solidFill>
                <a:uFillTx/>
                <a:latin typeface="Tw Cen MT"/>
              </a:rPr>
              <a:t>non-blocking</a:t>
            </a: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 executions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51" name="Content Placeholder 2"/>
          <p:cNvSpPr/>
          <p:nvPr/>
        </p:nvSpPr>
        <p:spPr>
          <a:xfrm>
            <a:off x="5703120" y="2160000"/>
            <a:ext cx="6362640" cy="22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70c0"/>
              </a:buClr>
              <a:buSzPct val="125000"/>
              <a:buFont typeface="Arial"/>
              <a:buChar char="•"/>
            </a:pPr>
            <a:r>
              <a:rPr b="1" lang="en-US" sz="2400" strike="noStrike" u="none">
                <a:solidFill>
                  <a:srgbClr val="0070c0"/>
                </a:solidFill>
                <a:uFillTx/>
                <a:latin typeface="Tw Cen MT"/>
              </a:rPr>
              <a:t>Asynchronous Before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Adds a 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transaction boundary </a:t>
            </a:r>
            <a:r>
              <a:rPr b="1" lang="en-US" sz="2400" strike="noStrike" u="none">
                <a:solidFill>
                  <a:srgbClr val="ffff00"/>
                </a:solidFill>
                <a:uFillTx/>
                <a:latin typeface="Tw Cen MT"/>
              </a:rPr>
              <a:t>before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a task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00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Saves all previous data </a:t>
            </a:r>
            <a:r>
              <a:rPr b="1" lang="en-US" sz="2400" strike="noStrike" u="none">
                <a:solidFill>
                  <a:srgbClr val="ffff00"/>
                </a:solidFill>
                <a:uFillTx/>
                <a:latin typeface="Tw Cen MT"/>
              </a:rPr>
              <a:t>before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entering the task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Useful </a:t>
            </a:r>
            <a:r>
              <a:rPr b="0" lang="en-US" sz="2400" strike="noStrike" u="none">
                <a:solidFill>
                  <a:srgbClr val="ffff00"/>
                </a:solidFill>
                <a:uFillTx/>
                <a:latin typeface="Tw Cen MT"/>
              </a:rPr>
              <a:t>when the next task might fail </a:t>
            </a: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(e.g., external API call)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52" name="Content Placeholder 2"/>
          <p:cNvSpPr/>
          <p:nvPr/>
        </p:nvSpPr>
        <p:spPr>
          <a:xfrm>
            <a:off x="6318360" y="159840"/>
            <a:ext cx="5747760" cy="22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BY" sz="2400" strike="noStrike" u="none">
                <a:solidFill>
                  <a:srgbClr val="0070c0"/>
                </a:solidFill>
                <a:uFillTx/>
                <a:latin typeface="Arial"/>
              </a:rPr>
              <a:t>Retry Behavior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Tw Cen MT"/>
              </a:rPr>
              <a:t>Default: </a:t>
            </a:r>
            <a:r>
              <a:rPr b="0" lang="ru-BY" sz="2400" strike="noStrike" u="none">
                <a:solidFill>
                  <a:srgbClr val="ffff00"/>
                </a:solidFill>
                <a:uFillTx/>
                <a:latin typeface="Tw Cen MT"/>
              </a:rPr>
              <a:t>3 automatic retries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ru-BY" sz="2400" strike="noStrike" u="none">
                <a:solidFill>
                  <a:schemeClr val="lt1"/>
                </a:solidFill>
                <a:uFillTx/>
                <a:latin typeface="Tw Cen MT"/>
              </a:rPr>
              <a:t>You can configure retry policy in BPMN or Java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Picture 3" descr=""/>
          <p:cNvPicPr/>
          <p:nvPr/>
        </p:nvPicPr>
        <p:blipFill>
          <a:blip r:embed="rId1"/>
          <a:stretch/>
        </p:blipFill>
        <p:spPr>
          <a:xfrm>
            <a:off x="2177640" y="2097000"/>
            <a:ext cx="8191440" cy="44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4" name="PlaceHolder 1"/>
          <p:cNvSpPr>
            <a:spLocks noGrp="1"/>
          </p:cNvSpPr>
          <p:nvPr>
            <p:ph type="title"/>
          </p:nvPr>
        </p:nvSpPr>
        <p:spPr>
          <a:xfrm>
            <a:off x="1141560" y="619200"/>
            <a:ext cx="9905760" cy="14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600" strike="noStrike" u="none" cap="all">
                <a:solidFill>
                  <a:schemeClr val="dk1"/>
                </a:solidFill>
                <a:uFillTx/>
                <a:latin typeface="Tw Cen MT"/>
              </a:rPr>
              <a:t>Transactions &amp; Asynchronous Flags in Camunda BPM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3600" strike="noStrike" u="none" cap="all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56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3600" strike="noStrike" u="none" cap="all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58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3600" strike="noStrike" u="none" cap="all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60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3600" strike="noStrike" u="none" cap="all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62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bfe6684-0ab8-4658-b1d4-ed2a16d0d82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4B3D0CB74BE3945B6D8A8052D1BBE58" ma:contentTypeVersion="14" ma:contentTypeDescription="Utwórz nowy dokument." ma:contentTypeScope="" ma:versionID="f115e34eb76c6e0c22020e121caa16dd">
  <xsd:schema xmlns:xsd="http://www.w3.org/2001/XMLSchema" xmlns:xs="http://www.w3.org/2001/XMLSchema" xmlns:p="http://schemas.microsoft.com/office/2006/metadata/properties" xmlns:ns3="1bfe6684-0ab8-4658-b1d4-ed2a16d0d829" xmlns:ns4="055e88f4-7e14-4608-aa1b-ced867d6b384" targetNamespace="http://schemas.microsoft.com/office/2006/metadata/properties" ma:root="true" ma:fieldsID="414cd1df6b844c4417fa6e74c4635ae4" ns3:_="" ns4:_="">
    <xsd:import namespace="1bfe6684-0ab8-4658-b1d4-ed2a16d0d829"/>
    <xsd:import namespace="055e88f4-7e14-4608-aa1b-ced867d6b384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fe6684-0ab8-4658-b1d4-ed2a16d0d829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5e88f4-7e14-4608-aa1b-ced867d6b38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krót wskazówki dotyczącej udostępniani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08A38A-169C-415F-83E0-221E53D64437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55e88f4-7e14-4608-aa1b-ced867d6b384"/>
    <ds:schemaRef ds:uri="1bfe6684-0ab8-4658-b1d4-ed2a16d0d82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07B19E4-A214-49D3-BE34-D0CE530BB9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fe6684-0ab8-4658-b1d4-ed2a16d0d829"/>
    <ds:schemaRef ds:uri="055e88f4-7e14-4608-aa1b-ced867d6b3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5BCD13-D681-4FFC-AD06-3AE18F05C4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22671</TotalTime>
  <Application>LibreOffice/24.8.7.2$Linux_X86_64 LibreOffice_project/480$Build-2</Application>
  <AppVersion>15.0000</AppVersion>
  <Words>764</Words>
  <Paragraphs>158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2025-03-31T12:24:30Z</dcterms:created>
  <dc:creator>Dzmitry Darashuk</dc:creator>
  <dc:description/>
  <dc:language>en-US</dc:language>
  <cp:lastModifiedBy>Dzmitry Darashuk</cp:lastModifiedBy>
  <dcterms:modified xsi:type="dcterms:W3CDTF">2025-05-18T07:18:57Z</dcterms:modified>
  <cp:revision>15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0x01010054B3D0CB74BE3945B6D8A8052D1BBE58</vt:lpwstr>
  </property>
  <property fmtid="{D5CDD505-2E9C-101B-9397-08002B2CF9AE}" pid="3" name="PresentationFormat">
    <vt:lpwstr>Widescreen</vt:lpwstr>
  </property>
  <property fmtid="{D5CDD505-2E9C-101B-9397-08002B2CF9AE}" pid="4" name="Slides">
    <vt:i4>31</vt:i4>
  </property>
</Properties>
</file>